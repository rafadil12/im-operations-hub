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tags/tag13.xml" ContentType="application/vnd.openxmlformats-officedocument.presentationml.tag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tags/tag14.xml" ContentType="application/vnd.openxmlformats-officedocument.presentationml.tag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tags/tag16.xml" ContentType="application/vnd.openxmlformats-officedocument.presentationml.tags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8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1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2.xml" ContentType="application/vnd.openxmlformats-officedocument.themeOverr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3.xml" ContentType="application/vnd.openxmlformats-officedocument.themeOverride+xml"/>
  <Override PartName="/ppt/tags/tag20.xml" ContentType="application/vnd.openxmlformats-officedocument.presentationml.tags+xml"/>
  <Override PartName="/ppt/notesSlides/notesSlide1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2.xml" ContentType="application/vnd.openxmlformats-officedocument.presentationml.notesSlide+xml"/>
  <Override PartName="/ppt/tags/tag23.xml" ContentType="application/vnd.openxmlformats-officedocument.presentationml.tags+xml"/>
  <Override PartName="/ppt/notesSlides/notesSlide13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5" r:id="rId2"/>
  </p:sldMasterIdLst>
  <p:notesMasterIdLst>
    <p:notesMasterId r:id="rId21"/>
  </p:notesMasterIdLst>
  <p:handoutMasterIdLst>
    <p:handoutMasterId r:id="rId22"/>
  </p:handoutMasterIdLst>
  <p:sldIdLst>
    <p:sldId id="555" r:id="rId3"/>
    <p:sldId id="338" r:id="rId4"/>
    <p:sldId id="821" r:id="rId5"/>
    <p:sldId id="1154" r:id="rId6"/>
    <p:sldId id="369" r:id="rId7"/>
    <p:sldId id="1177" r:id="rId8"/>
    <p:sldId id="1178" r:id="rId9"/>
    <p:sldId id="1164" r:id="rId10"/>
    <p:sldId id="1183" r:id="rId11"/>
    <p:sldId id="891" r:id="rId12"/>
    <p:sldId id="1184" r:id="rId13"/>
    <p:sldId id="1171" r:id="rId14"/>
    <p:sldId id="898" r:id="rId15"/>
    <p:sldId id="1187" r:id="rId16"/>
    <p:sldId id="1188" r:id="rId17"/>
    <p:sldId id="1186" r:id="rId18"/>
    <p:sldId id="1170" r:id="rId19"/>
    <p:sldId id="585" r:id="rId20"/>
  </p:sldIdLst>
  <p:sldSz cx="12192000" cy="6858000"/>
  <p:notesSz cx="7099300" cy="10234613"/>
  <p:custDataLst>
    <p:tags r:id="rId2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6BC5CB1-BED3-4739-B6A3-3F03D17E4A7F}">
          <p14:sldIdLst>
            <p14:sldId id="555"/>
            <p14:sldId id="338"/>
            <p14:sldId id="821"/>
            <p14:sldId id="1154"/>
            <p14:sldId id="369"/>
            <p14:sldId id="1177"/>
            <p14:sldId id="1178"/>
            <p14:sldId id="1164"/>
            <p14:sldId id="1183"/>
            <p14:sldId id="891"/>
            <p14:sldId id="1184"/>
            <p14:sldId id="1171"/>
            <p14:sldId id="898"/>
            <p14:sldId id="1187"/>
            <p14:sldId id="1188"/>
            <p14:sldId id="1186"/>
            <p14:sldId id="1170"/>
            <p14:sldId id="5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12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BF7"/>
    <a:srgbClr val="1B3B57"/>
    <a:srgbClr val="DA1224"/>
    <a:srgbClr val="DA0D56"/>
    <a:srgbClr val="003A59"/>
    <a:srgbClr val="E90019"/>
    <a:srgbClr val="7E7E7E"/>
    <a:srgbClr val="B92C2C"/>
    <a:srgbClr val="E60012"/>
    <a:srgbClr val="646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4" autoAdjust="0"/>
    <p:restoredTop sz="94660" autoAdjust="0"/>
  </p:normalViewPr>
  <p:slideViewPr>
    <p:cSldViewPr snapToGrid="0" showGuides="1">
      <p:cViewPr varScale="1">
        <p:scale>
          <a:sx n="110" d="100"/>
          <a:sy n="110" d="100"/>
        </p:scale>
        <p:origin x="84" y="140"/>
      </p:cViewPr>
      <p:guideLst>
        <p:guide orient="horz" pos="2212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6428"/>
    </p:cViewPr>
  </p:sorterViewPr>
  <p:notesViewPr>
    <p:cSldViewPr snapToGrid="0">
      <p:cViewPr varScale="1">
        <p:scale>
          <a:sx n="62" d="100"/>
          <a:sy n="62" d="100"/>
        </p:scale>
        <p:origin x="315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en-US" altLang="zh-CN" sz="1400" dirty="0"/>
              <a:t>AGV</a:t>
            </a:r>
            <a:r>
              <a:rPr lang="zh-CN" altLang="en-US" sz="1400" dirty="0"/>
              <a:t>任务量</a:t>
            </a:r>
            <a:r>
              <a:rPr lang="en-US" altLang="zh-CN" sz="1400" dirty="0"/>
              <a:t>/</a:t>
            </a:r>
            <a:r>
              <a:rPr lang="zh-CN" altLang="en-US" sz="1400" dirty="0"/>
              <a:t>万</a:t>
            </a:r>
          </a:p>
        </c:rich>
      </c:tx>
      <c:layout>
        <c:manualLayout>
          <c:xMode val="edge"/>
          <c:yMode val="edge"/>
          <c:x val="0.447341722608606"/>
          <c:y val="6.67371388301621E-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0737651030561394E-2"/>
          <c:y val="0.23720277291344"/>
          <c:w val="0.86601630362154203"/>
          <c:h val="0.585950060123417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月总</c:v>
                </c:pt>
              </c:strCache>
            </c:strRef>
          </c:tx>
          <c:spPr>
            <a:solidFill>
              <a:srgbClr val="C94D4D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Sheet1!$A$3:$A$58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Sheet1!$B$3:$B$58</c:f>
              <c:numCache>
                <c:formatCode>#,000_);[Red]\(#,000\)</c:formatCode>
                <c:ptCount val="15"/>
                <c:pt idx="0">
                  <c:v>64.53</c:v>
                </c:pt>
                <c:pt idx="1">
                  <c:v>46.59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F2-4AB2-B17C-D464298186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周总</c:v>
                </c:pt>
              </c:strCache>
            </c:strRef>
          </c:tx>
          <c:spPr>
            <a:solidFill>
              <a:srgbClr val="D0A976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Sheet1!$A$3:$A$58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Sheet1!$C$3:$C$58</c:f>
              <c:numCache>
                <c:formatCode>General</c:formatCode>
                <c:ptCount val="15"/>
                <c:pt idx="2" formatCode="#,000_);[Red]\(#,000\)">
                  <c:v>13.33</c:v>
                </c:pt>
                <c:pt idx="3" formatCode="#,000_);[Red]\(#,000\)">
                  <c:v>14.87</c:v>
                </c:pt>
                <c:pt idx="4" formatCode="#,000_);[Red]\(#,000\)">
                  <c:v>15.95</c:v>
                </c:pt>
                <c:pt idx="5" formatCode="#,000_);[Red]\(#,000\)">
                  <c:v>15.75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F2-4AB2-B17C-D464298186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137387488"/>
        <c:axId val="2137390752"/>
      </c:barChart>
      <c:lineChart>
        <c:grouping val="standard"/>
        <c:varyColors val="0"/>
        <c:ser>
          <c:idx val="2"/>
          <c:order val="2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317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Sheet1!$A$3:$A$58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F2-4AB2-B17C-D4642981866E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每日</c:v>
                </c:pt>
              </c:strCache>
            </c:strRef>
          </c:tx>
          <c:spPr>
            <a:ln w="31750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Sheet1!$A$3:$A$58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Sheet1!$D$3:$D$58</c:f>
              <c:numCache>
                <c:formatCode>General</c:formatCode>
                <c:ptCount val="15"/>
                <c:pt idx="6" formatCode="#,000_);[Red]\(#,000\)">
                  <c:v>2.2200000000000002</c:v>
                </c:pt>
                <c:pt idx="7" formatCode="#,000_);[Red]\(#,000\)">
                  <c:v>2.2200000000000002</c:v>
                </c:pt>
                <c:pt idx="8" formatCode="#,000_);[Red]\(#,000\)">
                  <c:v>2.2400000000000002</c:v>
                </c:pt>
                <c:pt idx="9" formatCode="#,000_);[Red]\(#,000\)">
                  <c:v>2.2999999999999998</c:v>
                </c:pt>
                <c:pt idx="10" formatCode="#,000_);[Red]\(#,000\)">
                  <c:v>2.2799999999999998</c:v>
                </c:pt>
                <c:pt idx="11" formatCode="#,000_);[Red]\(#,000\)">
                  <c:v>2.2400000000000002</c:v>
                </c:pt>
                <c:pt idx="12" formatCode="#,000_);[Red]\(#,000\)">
                  <c:v>2.2200000000000002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1F2-4AB2-B17C-D464298186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37382592"/>
        <c:axId val="2137396192"/>
      </c:lineChart>
      <c:catAx>
        <c:axId val="21373874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90752"/>
        <c:crosses val="autoZero"/>
        <c:auto val="1"/>
        <c:lblAlgn val="ctr"/>
        <c:lblOffset val="100"/>
        <c:noMultiLvlLbl val="0"/>
      </c:catAx>
      <c:valAx>
        <c:axId val="2137390752"/>
        <c:scaling>
          <c:orientation val="minMax"/>
          <c:max val="300"/>
          <c:min val="0"/>
        </c:scaling>
        <c:delete val="0"/>
        <c:axPos val="l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87488"/>
        <c:crosses val="autoZero"/>
        <c:crossBetween val="between"/>
        <c:majorUnit val="100"/>
      </c:valAx>
      <c:catAx>
        <c:axId val="213738259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137396192"/>
        <c:crosses val="autoZero"/>
        <c:auto val="1"/>
        <c:lblAlgn val="ctr"/>
        <c:lblOffset val="100"/>
        <c:noMultiLvlLbl val="0"/>
      </c:catAx>
      <c:valAx>
        <c:axId val="2137396192"/>
        <c:scaling>
          <c:orientation val="minMax"/>
        </c:scaling>
        <c:delete val="0"/>
        <c:axPos val="r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82592"/>
        <c:crosses val="max"/>
        <c:crossBetween val="between"/>
        <c:majorUnit val="2"/>
      </c:val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legend>
      <c:legendPos val="t"/>
      <c:legendEntry>
        <c:idx val="2"/>
        <c:delete val="1"/>
      </c:legendEntry>
      <c:layout>
        <c:manualLayout>
          <c:xMode val="edge"/>
          <c:yMode val="edge"/>
          <c:x val="0.38782674086990199"/>
          <c:y val="0.14417601972274599"/>
          <c:w val="0.22518849483384501"/>
          <c:h val="0.1419346841333949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3e7c895-e1ed-438b-88d1-6a80c769569f}"/>
      </c:ext>
    </c:extLst>
  </c:chart>
  <c:spPr>
    <a:pattFill prst="dotGrid">
      <a:fgClr>
        <a:schemeClr val="bg1">
          <a:lumMod val="95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en-US" altLang="zh-CN" sz="1400" dirty="0"/>
              <a:t>AGV</a:t>
            </a:r>
            <a:r>
              <a:rPr lang="zh-CN" altLang="en-US" sz="1400" dirty="0"/>
              <a:t>开动率</a:t>
            </a:r>
          </a:p>
        </c:rich>
      </c:tx>
      <c:layout>
        <c:manualLayout>
          <c:xMode val="edge"/>
          <c:yMode val="edge"/>
          <c:x val="0.45516167053690798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1443951868271094E-2"/>
          <c:y val="0.25416938962227198"/>
          <c:w val="0.86601630362154203"/>
          <c:h val="0.570106654630115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月均</c:v>
                </c:pt>
              </c:strCache>
            </c:strRef>
          </c:tx>
          <c:spPr>
            <a:solidFill>
              <a:srgbClr val="C94D4D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Sheet1!$A$36:$A$57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Sheet1!$B$36:$B$57</c:f>
              <c:numCache>
                <c:formatCode>0%</c:formatCode>
                <c:ptCount val="14"/>
                <c:pt idx="0">
                  <c:v>0.64</c:v>
                </c:pt>
                <c:pt idx="1">
                  <c:v>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F-4376-B4A2-AA6C8937DF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周均</c:v>
                </c:pt>
              </c:strCache>
            </c:strRef>
          </c:tx>
          <c:spPr>
            <a:solidFill>
              <a:srgbClr val="D0A976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Sheet1!$A$36:$A$57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Sheet1!$C$36:$C$57</c:f>
              <c:numCache>
                <c:formatCode>General</c:formatCode>
                <c:ptCount val="14"/>
                <c:pt idx="2" formatCode="0%">
                  <c:v>0.65</c:v>
                </c:pt>
                <c:pt idx="3" formatCode="0%">
                  <c:v>0.62</c:v>
                </c:pt>
                <c:pt idx="4" formatCode="0%">
                  <c:v>0.66</c:v>
                </c:pt>
                <c:pt idx="5" formatCode="0%">
                  <c:v>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7F-4376-B4A2-AA6C8937DF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137382048"/>
        <c:axId val="2137388576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目标</c:v>
                </c:pt>
              </c:strCache>
            </c:strRef>
          </c:tx>
          <c:spPr>
            <a:ln w="317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77F-4376-B4A2-AA6C8937DF1B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7F-4376-B4A2-AA6C8937DF1B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77F-4376-B4A2-AA6C8937DF1B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7F-4376-B4A2-AA6C8937DF1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77F-4376-B4A2-AA6C8937DF1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7F-4376-B4A2-AA6C8937DF1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Sheet1!$A$36:$A$57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Sheet1!$D$36:$D$57</c:f>
              <c:numCache>
                <c:formatCode>General</c:formatCode>
                <c:ptCount val="14"/>
                <c:pt idx="6" formatCode="0%">
                  <c:v>0.6</c:v>
                </c:pt>
                <c:pt idx="7" formatCode="0%">
                  <c:v>0.6</c:v>
                </c:pt>
                <c:pt idx="8" formatCode="0%">
                  <c:v>0.6</c:v>
                </c:pt>
                <c:pt idx="9" formatCode="0%">
                  <c:v>0.6</c:v>
                </c:pt>
                <c:pt idx="10" formatCode="0%">
                  <c:v>0.6</c:v>
                </c:pt>
                <c:pt idx="11" formatCode="0%">
                  <c:v>0.6</c:v>
                </c:pt>
                <c:pt idx="12" formatCode="0%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577F-4376-B4A2-AA6C8937DF1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每日</c:v>
                </c:pt>
              </c:strCache>
            </c:strRef>
          </c:tx>
          <c:spPr>
            <a:ln w="31750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Sheet1!$A$36:$A$57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Sheet1!$E$36:$E$57</c:f>
              <c:numCache>
                <c:formatCode>General</c:formatCode>
                <c:ptCount val="14"/>
                <c:pt idx="6" formatCode="0%">
                  <c:v>0.64</c:v>
                </c:pt>
                <c:pt idx="7" formatCode="0%">
                  <c:v>0.68</c:v>
                </c:pt>
                <c:pt idx="8" formatCode="0%">
                  <c:v>0.63</c:v>
                </c:pt>
                <c:pt idx="9" formatCode="0%">
                  <c:v>0.63</c:v>
                </c:pt>
                <c:pt idx="10" formatCode="0%">
                  <c:v>0.66</c:v>
                </c:pt>
                <c:pt idx="11" formatCode="0%">
                  <c:v>0.62</c:v>
                </c:pt>
                <c:pt idx="12" formatCode="0%">
                  <c:v>0.62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577F-4376-B4A2-AA6C8937DF1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PSG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Sheet1!$A$36:$A$57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Sheet1!$F$36:$F$57</c:f>
              <c:numCache>
                <c:formatCode>General</c:formatCode>
                <c:ptCount val="1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577F-4376-B4A2-AA6C8937DF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37384224"/>
        <c:axId val="2137390208"/>
      </c:lineChart>
      <c:catAx>
        <c:axId val="21373820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88576"/>
        <c:crosses val="autoZero"/>
        <c:auto val="1"/>
        <c:lblAlgn val="ctr"/>
        <c:lblOffset val="100"/>
        <c:noMultiLvlLbl val="0"/>
      </c:catAx>
      <c:valAx>
        <c:axId val="2137388576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82048"/>
        <c:crosses val="autoZero"/>
        <c:crossBetween val="between"/>
      </c:valAx>
      <c:catAx>
        <c:axId val="21373842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137390208"/>
        <c:crosses val="autoZero"/>
        <c:auto val="1"/>
        <c:lblAlgn val="ctr"/>
        <c:lblOffset val="100"/>
        <c:noMultiLvlLbl val="0"/>
      </c:catAx>
      <c:valAx>
        <c:axId val="2137390208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84224"/>
        <c:crosses val="max"/>
        <c:crossBetween val="between"/>
      </c:val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legend>
      <c:legendPos val="t"/>
      <c:layout>
        <c:manualLayout>
          <c:xMode val="edge"/>
          <c:yMode val="edge"/>
          <c:x val="0.38670897544155902"/>
          <c:y val="0.15265962795374599"/>
          <c:w val="0.22520582647245099"/>
          <c:h val="0.1324792574437979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bbee8b8-43c5-421b-9a8c-35c4f10353b3}"/>
      </c:ext>
    </c:extLst>
  </c:chart>
  <c:spPr>
    <a:pattFill prst="dotGrid">
      <a:fgClr>
        <a:schemeClr val="bg1">
          <a:lumMod val="95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en-US" altLang="zh-CN" sz="1400" dirty="0"/>
              <a:t>AGV</a:t>
            </a:r>
            <a:r>
              <a:rPr lang="zh-CN" altLang="en-US" sz="1400" dirty="0"/>
              <a:t>故障率</a:t>
            </a:r>
          </a:p>
        </c:rich>
      </c:tx>
      <c:layout>
        <c:manualLayout>
          <c:xMode val="edge"/>
          <c:yMode val="edge"/>
          <c:x val="0.45516167053690798"/>
          <c:y val="3.0268000737756801E-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3362040169451701E-2"/>
          <c:y val="0.25434524504037398"/>
          <c:w val="0.86601630362154203"/>
          <c:h val="0.55772192735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月均</c:v>
                </c:pt>
              </c:strCache>
            </c:strRef>
          </c:tx>
          <c:spPr>
            <a:solidFill>
              <a:srgbClr val="C94D4D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Sheet1!$A$9:$A$58</c:f>
              <c:strCache>
                <c:ptCount val="15"/>
                <c:pt idx="0">
                  <c:v>5月</c:v>
                </c:pt>
                <c:pt idx="1">
                  <c:v>W17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Sheet1!$B$9:$B$58</c:f>
              <c:numCache>
                <c:formatCode>General</c:formatCode>
                <c:ptCount val="15"/>
                <c:pt idx="0" formatCode="#,000%">
                  <c:v>2.5999999999999999E-3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68-455C-A747-3EC1040F21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周均</c:v>
                </c:pt>
              </c:strCache>
            </c:strRef>
          </c:tx>
          <c:spPr>
            <a:solidFill>
              <a:srgbClr val="D0A976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Sheet1!$A$9:$A$58</c:f>
              <c:strCache>
                <c:ptCount val="15"/>
                <c:pt idx="0">
                  <c:v>5月</c:v>
                </c:pt>
                <c:pt idx="1">
                  <c:v>W17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Sheet1!$C$9:$C$58</c:f>
              <c:numCache>
                <c:formatCode>#,000%</c:formatCode>
                <c:ptCount val="15"/>
                <c:pt idx="1">
                  <c:v>2.8999999999999998E-3</c:v>
                </c:pt>
                <c:pt idx="2">
                  <c:v>3.5999999999999999E-3</c:v>
                </c:pt>
                <c:pt idx="3">
                  <c:v>2.8E-3</c:v>
                </c:pt>
                <c:pt idx="4">
                  <c:v>2.5000000000000001E-3</c:v>
                </c:pt>
                <c:pt idx="5">
                  <c:v>2.5999999999999999E-3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68-455C-A747-3EC1040F21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137391296"/>
        <c:axId val="21373918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目标</c:v>
                </c:pt>
              </c:strCache>
            </c:strRef>
          </c:tx>
          <c:spPr>
            <a:ln w="317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768-455C-A747-3EC1040F212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768-455C-A747-3EC1040F212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768-455C-A747-3EC1040F212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768-455C-A747-3EC1040F212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768-455C-A747-3EC1040F212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768-455C-A747-3EC1040F212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Sheet1!$A$9:$A$58</c:f>
              <c:strCache>
                <c:ptCount val="15"/>
                <c:pt idx="0">
                  <c:v>5月</c:v>
                </c:pt>
                <c:pt idx="1">
                  <c:v>W17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Sheet1!$D$9:$D$58</c:f>
              <c:numCache>
                <c:formatCode>General</c:formatCode>
                <c:ptCount val="15"/>
                <c:pt idx="6" formatCode="#,000%">
                  <c:v>6.0000000000000001E-3</c:v>
                </c:pt>
                <c:pt idx="7" formatCode="#,000%">
                  <c:v>6.0000000000000001E-3</c:v>
                </c:pt>
                <c:pt idx="8" formatCode="#,000%">
                  <c:v>6.0000000000000001E-3</c:v>
                </c:pt>
                <c:pt idx="9" formatCode="#,000%">
                  <c:v>6.0000000000000001E-3</c:v>
                </c:pt>
                <c:pt idx="10" formatCode="#,000%">
                  <c:v>6.0000000000000001E-3</c:v>
                </c:pt>
                <c:pt idx="11" formatCode="#,000%">
                  <c:v>6.0000000000000001E-3</c:v>
                </c:pt>
                <c:pt idx="12" formatCode="#,000%">
                  <c:v>6.0000000000000001E-3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3768-455C-A747-3EC1040F212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每日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Sheet1!$A$9:$A$58</c:f>
              <c:strCache>
                <c:ptCount val="15"/>
                <c:pt idx="0">
                  <c:v>5月</c:v>
                </c:pt>
                <c:pt idx="1">
                  <c:v>W17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Sheet1!$E$9:$E$58</c:f>
              <c:numCache>
                <c:formatCode>General</c:formatCode>
                <c:ptCount val="15"/>
                <c:pt idx="6" formatCode="#,000%">
                  <c:v>2E-3</c:v>
                </c:pt>
                <c:pt idx="7" formatCode="#,000%">
                  <c:v>2.8E-3</c:v>
                </c:pt>
                <c:pt idx="8" formatCode="#,000%">
                  <c:v>2.5999999999999999E-3</c:v>
                </c:pt>
                <c:pt idx="9" formatCode="#,000%">
                  <c:v>3.0999999999999999E-3</c:v>
                </c:pt>
                <c:pt idx="10" formatCode="#,000%">
                  <c:v>2.8E-3</c:v>
                </c:pt>
                <c:pt idx="11" formatCode="#,000%">
                  <c:v>2E-3</c:v>
                </c:pt>
                <c:pt idx="12" formatCode="#,000%">
                  <c:v>3.0999999999999999E-3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3768-455C-A747-3EC1040F21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37392928"/>
        <c:axId val="2137384768"/>
      </c:lineChart>
      <c:catAx>
        <c:axId val="21373912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91840"/>
        <c:crosses val="autoZero"/>
        <c:auto val="1"/>
        <c:lblAlgn val="ctr"/>
        <c:lblOffset val="100"/>
        <c:noMultiLvlLbl val="0"/>
      </c:catAx>
      <c:valAx>
        <c:axId val="2137391840"/>
        <c:scaling>
          <c:orientation val="minMax"/>
          <c:max val="0.02"/>
          <c:min val="0"/>
        </c:scaling>
        <c:delete val="0"/>
        <c:axPos val="l"/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91296"/>
        <c:crosses val="autoZero"/>
        <c:crossBetween val="between"/>
        <c:majorUnit val="5.0000000000000001E-3"/>
      </c:valAx>
      <c:catAx>
        <c:axId val="21373929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137384768"/>
        <c:crosses val="autoZero"/>
        <c:auto val="1"/>
        <c:lblAlgn val="ctr"/>
        <c:lblOffset val="100"/>
        <c:noMultiLvlLbl val="0"/>
      </c:catAx>
      <c:valAx>
        <c:axId val="2137384768"/>
        <c:scaling>
          <c:orientation val="minMax"/>
          <c:max val="8.0000000000000002E-3"/>
        </c:scaling>
        <c:delete val="0"/>
        <c:axPos val="r"/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92928"/>
        <c:crosses val="max"/>
        <c:crossBetween val="between"/>
        <c:majorUnit val="2E-3"/>
      </c:val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legend>
      <c:legendPos val="t"/>
      <c:layout>
        <c:manualLayout>
          <c:xMode val="edge"/>
          <c:yMode val="edge"/>
          <c:x val="0.38782606783477602"/>
          <c:y val="0.15216730607444701"/>
          <c:w val="0.22520582647245099"/>
          <c:h val="0.1419346841333949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5ef56dc-427a-488b-9f47-01afa6b8f1c6}"/>
      </c:ext>
    </c:extLst>
  </c:chart>
  <c:spPr>
    <a:pattFill prst="dotGrid">
      <a:fgClr>
        <a:schemeClr val="bg1">
          <a:lumMod val="95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400" baseline="0" dirty="0"/>
              <a:t>包装主机</a:t>
            </a:r>
            <a:r>
              <a:rPr lang="zh-CN" altLang="en-US" sz="1400" dirty="0"/>
              <a:t>服务器</a:t>
            </a:r>
            <a:r>
              <a:rPr lang="en-US" altLang="zh-CN" sz="1400" dirty="0"/>
              <a:t>CPU&amp;</a:t>
            </a:r>
            <a:r>
              <a:rPr lang="zh-CN" altLang="en-US" sz="1400" dirty="0"/>
              <a:t>内存占用</a:t>
            </a:r>
          </a:p>
        </c:rich>
      </c:tx>
      <c:layout>
        <c:manualLayout>
          <c:xMode val="edge"/>
          <c:yMode val="edge"/>
          <c:x val="0.4257830445447520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6743393009377705E-2"/>
          <c:y val="0.24978611111111099"/>
          <c:w val="0.86600116487455203"/>
          <c:h val="0.615381635802468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CPU月均</c:v>
                </c:pt>
              </c:strCache>
            </c:strRef>
          </c:tx>
          <c:spPr>
            <a:solidFill>
              <a:srgbClr val="C94D4D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Sheet1!$A$7:$A$57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Sheet1!$B$7:$B$57</c:f>
              <c:numCache>
                <c:formatCode>0%</c:formatCode>
                <c:ptCount val="14"/>
                <c:pt idx="0">
                  <c:v>0.05</c:v>
                </c:pt>
                <c:pt idx="1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16-4092-A58D-FEA2121CFD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内存月均</c:v>
                </c:pt>
              </c:strCache>
            </c:strRef>
          </c:tx>
          <c:spPr>
            <a:solidFill>
              <a:srgbClr val="D0A976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Sheet1!$A$7:$A$57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Sheet1!$C$7:$C$57</c:f>
              <c:numCache>
                <c:formatCode>0%</c:formatCode>
                <c:ptCount val="14"/>
                <c:pt idx="0">
                  <c:v>0.66</c:v>
                </c:pt>
                <c:pt idx="1">
                  <c:v>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16-4092-A58D-FEA2121CFD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3831472"/>
        <c:axId val="693823856"/>
      </c:barChart>
      <c:barChart>
        <c:barDir val="col"/>
        <c:grouping val="cluster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CPU周均</c:v>
                </c:pt>
              </c:strCache>
            </c:strRef>
          </c:tx>
          <c:spPr>
            <a:solidFill>
              <a:schemeClr val="accent3"/>
            </a:solidFill>
            <a:ln w="31750">
              <a:noFill/>
            </a:ln>
            <a:effectLst/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716-4092-A58D-FEA2121CFDB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716-4092-A58D-FEA2121CFDB3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716-4092-A58D-FEA2121CFDB3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16-4092-A58D-FEA2121CFDB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16-4092-A58D-FEA2121CFDB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16-4092-A58D-FEA2121CFDB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Sheet1!$A$7:$A$57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Sheet1!$D$7:$D$57</c:f>
              <c:numCache>
                <c:formatCode>General</c:formatCode>
                <c:ptCount val="14"/>
                <c:pt idx="2" formatCode="0%">
                  <c:v>0.05</c:v>
                </c:pt>
                <c:pt idx="3" formatCode="0%">
                  <c:v>0.05</c:v>
                </c:pt>
                <c:pt idx="4" formatCode="0%">
                  <c:v>0.05</c:v>
                </c:pt>
                <c:pt idx="5" formatCode="0%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716-4092-A58D-FEA2121CFD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内存周均</c:v>
                </c:pt>
              </c:strCache>
            </c:strRef>
          </c:tx>
          <c:spPr>
            <a:solidFill>
              <a:schemeClr val="accent4"/>
            </a:solidFill>
            <a:ln w="317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Sheet1!$A$7:$A$57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Sheet1!$E$7:$E$57</c:f>
              <c:numCache>
                <c:formatCode>General</c:formatCode>
                <c:ptCount val="14"/>
                <c:pt idx="2" formatCode="0%">
                  <c:v>0.65</c:v>
                </c:pt>
                <c:pt idx="3" formatCode="0%">
                  <c:v>0.65</c:v>
                </c:pt>
                <c:pt idx="4" formatCode="0%">
                  <c:v>0.65</c:v>
                </c:pt>
                <c:pt idx="5" formatCode="0%">
                  <c:v>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716-4092-A58D-FEA2121CFD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93828208"/>
        <c:axId val="693825488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CPU目标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Sheet1!$A$7:$A$57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Sheet1!$F$7:$F$57</c:f>
              <c:numCache>
                <c:formatCode>General</c:formatCode>
                <c:ptCount val="1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6716-4092-A58D-FEA2121CFDB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内存目标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Sheet1!$A$7:$A$57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Sheet1!$G$7:$G$57</c:f>
              <c:numCache>
                <c:formatCode>General</c:formatCode>
                <c:ptCount val="1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6716-4092-A58D-FEA2121CFDB3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CPU每日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Sheet1!$A$7:$A$57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Sheet1!$H$7:$H$57</c:f>
              <c:numCache>
                <c:formatCode>General</c:formatCode>
                <c:ptCount val="14"/>
                <c:pt idx="6" formatCode="0%">
                  <c:v>0.05</c:v>
                </c:pt>
                <c:pt idx="7" formatCode="0%">
                  <c:v>0.05</c:v>
                </c:pt>
                <c:pt idx="8" formatCode="0%">
                  <c:v>0.05</c:v>
                </c:pt>
                <c:pt idx="9" formatCode="0%">
                  <c:v>0.05</c:v>
                </c:pt>
                <c:pt idx="10" formatCode="0%">
                  <c:v>0.05</c:v>
                </c:pt>
                <c:pt idx="11" formatCode="0%">
                  <c:v>0.05</c:v>
                </c:pt>
                <c:pt idx="12" formatCode="0%">
                  <c:v>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6716-4092-A58D-FEA2121CFDB3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内存每日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Sheet1!$A$7:$A$57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Sheet1!$I$7:$I$57</c:f>
              <c:numCache>
                <c:formatCode>General</c:formatCode>
                <c:ptCount val="14"/>
                <c:pt idx="6" formatCode="0%">
                  <c:v>0.66</c:v>
                </c:pt>
                <c:pt idx="7" formatCode="0%">
                  <c:v>0.66</c:v>
                </c:pt>
                <c:pt idx="8" formatCode="0%">
                  <c:v>0.66</c:v>
                </c:pt>
                <c:pt idx="9" formatCode="0%">
                  <c:v>0.66</c:v>
                </c:pt>
                <c:pt idx="10" formatCode="0%">
                  <c:v>0.66</c:v>
                </c:pt>
                <c:pt idx="11" formatCode="0%">
                  <c:v>0.66</c:v>
                </c:pt>
                <c:pt idx="12" formatCode="0%">
                  <c:v>0.66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6716-4092-A58D-FEA2121CFD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93828208"/>
        <c:axId val="693825488"/>
      </c:lineChart>
      <c:catAx>
        <c:axId val="6938314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0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693823856"/>
        <c:crosses val="autoZero"/>
        <c:auto val="1"/>
        <c:lblAlgn val="ctr"/>
        <c:lblOffset val="100"/>
        <c:noMultiLvlLbl val="0"/>
      </c:catAx>
      <c:valAx>
        <c:axId val="693823856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693831472"/>
        <c:crosses val="autoZero"/>
        <c:crossBetween val="between"/>
      </c:valAx>
      <c:catAx>
        <c:axId val="6938282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93825488"/>
        <c:crosses val="autoZero"/>
        <c:auto val="1"/>
        <c:lblAlgn val="ctr"/>
        <c:lblOffset val="100"/>
        <c:noMultiLvlLbl val="0"/>
      </c:catAx>
      <c:valAx>
        <c:axId val="693825488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693828208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7064054063654399"/>
          <c:y val="0.13637776982511299"/>
          <c:w val="0.65681495502962595"/>
          <c:h val="0.1100104125262449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feb5444-d990-4f2c-810a-3f3ed3e96a08}"/>
      </c:ext>
    </c:extLst>
  </c:chart>
  <c:spPr>
    <a:pattFill prst="dotGrid">
      <a:fgClr>
        <a:schemeClr val="bg1">
          <a:lumMod val="95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400" baseline="0" dirty="0"/>
              <a:t>包装备机</a:t>
            </a:r>
            <a:r>
              <a:rPr lang="zh-CN" altLang="en-US" sz="1400" dirty="0"/>
              <a:t>服务器</a:t>
            </a:r>
            <a:r>
              <a:rPr lang="en-US" altLang="zh-CN" sz="1400" dirty="0"/>
              <a:t>CPU&amp;</a:t>
            </a:r>
            <a:r>
              <a:rPr lang="zh-CN" altLang="en-US" sz="1400" dirty="0"/>
              <a:t>内存占用</a:t>
            </a:r>
          </a:p>
        </c:rich>
      </c:tx>
      <c:layout>
        <c:manualLayout>
          <c:xMode val="edge"/>
          <c:yMode val="edge"/>
          <c:x val="0.4257830445447520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6743393009377705E-2"/>
          <c:y val="0.24978611111111099"/>
          <c:w val="0.86600116487455203"/>
          <c:h val="0.615381635802468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CPU月均</c:v>
                </c:pt>
              </c:strCache>
            </c:strRef>
          </c:tx>
          <c:spPr>
            <a:solidFill>
              <a:srgbClr val="C94D4D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Sheet1!$A$7:$A$56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Sheet1!$B$7:$B$56</c:f>
              <c:numCache>
                <c:formatCode>0%</c:formatCode>
                <c:ptCount val="14"/>
                <c:pt idx="0">
                  <c:v>0.05</c:v>
                </c:pt>
                <c:pt idx="1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82-4C0E-9682-0C0913D1C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内存月均</c:v>
                </c:pt>
              </c:strCache>
            </c:strRef>
          </c:tx>
          <c:spPr>
            <a:solidFill>
              <a:srgbClr val="D0A976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Sheet1!$A$7:$A$56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Sheet1!$C$7:$C$56</c:f>
              <c:numCache>
                <c:formatCode>0%</c:formatCode>
                <c:ptCount val="14"/>
                <c:pt idx="0">
                  <c:v>0.32</c:v>
                </c:pt>
                <c:pt idx="1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82-4C0E-9682-0C0913D1CA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3831472"/>
        <c:axId val="693823856"/>
      </c:barChart>
      <c:barChart>
        <c:barDir val="col"/>
        <c:grouping val="cluster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CPU周均</c:v>
                </c:pt>
              </c:strCache>
            </c:strRef>
          </c:tx>
          <c:spPr>
            <a:solidFill>
              <a:schemeClr val="accent3"/>
            </a:solidFill>
            <a:ln w="31750">
              <a:noFill/>
            </a:ln>
            <a:effectLst/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382-4C0E-9682-0C0913D1CA76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382-4C0E-9682-0C0913D1CA76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382-4C0E-9682-0C0913D1CA76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382-4C0E-9682-0C0913D1CA7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382-4C0E-9682-0C0913D1CA76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382-4C0E-9682-0C0913D1CA7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Sheet1!$A$7:$A$56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Sheet1!$D$7:$D$56</c:f>
              <c:numCache>
                <c:formatCode>General</c:formatCode>
                <c:ptCount val="14"/>
                <c:pt idx="2" formatCode="0%">
                  <c:v>0.05</c:v>
                </c:pt>
                <c:pt idx="3" formatCode="0%">
                  <c:v>0.05</c:v>
                </c:pt>
                <c:pt idx="4" formatCode="0%">
                  <c:v>0.05</c:v>
                </c:pt>
                <c:pt idx="5" formatCode="0%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382-4C0E-9682-0C0913D1CA7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内存周均</c:v>
                </c:pt>
              </c:strCache>
            </c:strRef>
          </c:tx>
          <c:spPr>
            <a:solidFill>
              <a:schemeClr val="accent4"/>
            </a:solidFill>
            <a:ln w="317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Sheet1!$A$7:$A$56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Sheet1!$E$7:$E$56</c:f>
              <c:numCache>
                <c:formatCode>General</c:formatCode>
                <c:ptCount val="14"/>
                <c:pt idx="2" formatCode="0%">
                  <c:v>0.33</c:v>
                </c:pt>
                <c:pt idx="3" formatCode="0%">
                  <c:v>0.33</c:v>
                </c:pt>
                <c:pt idx="4" formatCode="0%">
                  <c:v>0.32</c:v>
                </c:pt>
                <c:pt idx="5" formatCode="0%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382-4C0E-9682-0C0913D1C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93828208"/>
        <c:axId val="693825488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CPU目标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Sheet1!$A$7:$A$56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Sheet1!$F$7:$F$56</c:f>
              <c:numCache>
                <c:formatCode>General</c:formatCode>
                <c:ptCount val="1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2382-4C0E-9682-0C0913D1CA7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内存目标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Sheet1!$A$7:$A$56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Sheet1!$G$7:$G$56</c:f>
              <c:numCache>
                <c:formatCode>General</c:formatCode>
                <c:ptCount val="1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2382-4C0E-9682-0C0913D1CA76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CPU每日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Sheet1!$A$7:$A$56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Sheet1!$H$7:$H$56</c:f>
              <c:numCache>
                <c:formatCode>General</c:formatCode>
                <c:ptCount val="14"/>
                <c:pt idx="6" formatCode="0%">
                  <c:v>0.05</c:v>
                </c:pt>
                <c:pt idx="7" formatCode="0%">
                  <c:v>0.05</c:v>
                </c:pt>
                <c:pt idx="8" formatCode="0%">
                  <c:v>0.05</c:v>
                </c:pt>
                <c:pt idx="9" formatCode="0%">
                  <c:v>0.05</c:v>
                </c:pt>
                <c:pt idx="10" formatCode="0%">
                  <c:v>0.05</c:v>
                </c:pt>
                <c:pt idx="11" formatCode="0%">
                  <c:v>0.05</c:v>
                </c:pt>
                <c:pt idx="12" formatCode="0%">
                  <c:v>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2382-4C0E-9682-0C0913D1CA76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内存每日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Sheet1!$A$7:$A$56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Sheet1!$I$7:$I$56</c:f>
              <c:numCache>
                <c:formatCode>General</c:formatCode>
                <c:ptCount val="14"/>
                <c:pt idx="6" formatCode="0%">
                  <c:v>0.33</c:v>
                </c:pt>
                <c:pt idx="7" formatCode="0%">
                  <c:v>0.33</c:v>
                </c:pt>
                <c:pt idx="8" formatCode="0%">
                  <c:v>0.33</c:v>
                </c:pt>
                <c:pt idx="9" formatCode="0%">
                  <c:v>0.33</c:v>
                </c:pt>
                <c:pt idx="10" formatCode="0%">
                  <c:v>0.33</c:v>
                </c:pt>
                <c:pt idx="11" formatCode="0%">
                  <c:v>0.33</c:v>
                </c:pt>
                <c:pt idx="12" formatCode="0%">
                  <c:v>0.33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2382-4C0E-9682-0C0913D1CA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93828208"/>
        <c:axId val="693825488"/>
      </c:lineChart>
      <c:catAx>
        <c:axId val="6938314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0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693823856"/>
        <c:crosses val="autoZero"/>
        <c:auto val="1"/>
        <c:lblAlgn val="ctr"/>
        <c:lblOffset val="100"/>
        <c:noMultiLvlLbl val="0"/>
      </c:catAx>
      <c:valAx>
        <c:axId val="693823856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693831472"/>
        <c:crosses val="autoZero"/>
        <c:crossBetween val="between"/>
      </c:valAx>
      <c:catAx>
        <c:axId val="6938282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93825488"/>
        <c:crosses val="autoZero"/>
        <c:auto val="1"/>
        <c:lblAlgn val="ctr"/>
        <c:lblOffset val="100"/>
        <c:noMultiLvlLbl val="0"/>
      </c:catAx>
      <c:valAx>
        <c:axId val="693825488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693828208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7064054063654399"/>
          <c:y val="0.13637776982511299"/>
          <c:w val="0.65681495502962595"/>
          <c:h val="0.1100104125262449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d3efa6c-e24a-4b09-b7aa-1babe444b180}"/>
      </c:ext>
    </c:extLst>
  </c:chart>
  <c:spPr>
    <a:pattFill prst="dotGrid">
      <a:fgClr>
        <a:schemeClr val="bg1">
          <a:lumMod val="95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400" baseline="0" dirty="0"/>
              <a:t>发料主机</a:t>
            </a:r>
            <a:r>
              <a:rPr lang="zh-CN" altLang="en-US" sz="1400" dirty="0"/>
              <a:t>服务器</a:t>
            </a:r>
            <a:r>
              <a:rPr lang="en-US" altLang="zh-CN" sz="1400" dirty="0"/>
              <a:t>CPU&amp;</a:t>
            </a:r>
            <a:r>
              <a:rPr lang="zh-CN" altLang="en-US" sz="1400" dirty="0"/>
              <a:t>内存占用</a:t>
            </a:r>
          </a:p>
        </c:rich>
      </c:tx>
      <c:layout>
        <c:manualLayout>
          <c:xMode val="edge"/>
          <c:yMode val="edge"/>
          <c:x val="0.4257830445447520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6743393009377705E-2"/>
          <c:y val="0.24978611111111099"/>
          <c:w val="0.86600116487455203"/>
          <c:h val="0.615381635802468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内存月均</c:v>
                </c:pt>
              </c:strCache>
            </c:strRef>
          </c:tx>
          <c:spPr>
            <a:solidFill>
              <a:srgbClr val="C94D4D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Sheet1!$A$7:$A$55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Sheet1!$C$7:$C$55</c:f>
              <c:numCache>
                <c:formatCode>0%</c:formatCode>
                <c:ptCount val="14"/>
                <c:pt idx="0">
                  <c:v>0.46</c:v>
                </c:pt>
                <c:pt idx="1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33-42A5-AD70-5A0AFE0EBEA9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CPU周均</c:v>
                </c:pt>
              </c:strCache>
            </c:strRef>
          </c:tx>
          <c:spPr>
            <a:solidFill>
              <a:srgbClr val="D0A976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Sheet1!$A$7:$A$55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Sheet1!$D$7:$D$55</c:f>
              <c:numCache>
                <c:formatCode>General</c:formatCode>
                <c:ptCount val="14"/>
                <c:pt idx="2" formatCode="0%">
                  <c:v>0.08</c:v>
                </c:pt>
                <c:pt idx="3" formatCode="0%">
                  <c:v>0.08</c:v>
                </c:pt>
                <c:pt idx="4" formatCode="0%">
                  <c:v>0.08</c:v>
                </c:pt>
                <c:pt idx="5" formatCode="0%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33-42A5-AD70-5A0AFE0EBE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3824944"/>
        <c:axId val="693832560"/>
      </c:barChart>
      <c:barChart>
        <c:barDir val="col"/>
        <c:grouping val="clustered"/>
        <c:varyColors val="0"/>
        <c:ser>
          <c:idx val="2"/>
          <c:order val="2"/>
          <c:tx>
            <c:strRef>
              <c:f>Sheet1!$E$1</c:f>
              <c:strCache>
                <c:ptCount val="1"/>
                <c:pt idx="0">
                  <c:v>内存周均</c:v>
                </c:pt>
              </c:strCache>
            </c:strRef>
          </c:tx>
          <c:spPr>
            <a:solidFill>
              <a:schemeClr val="accent3"/>
            </a:solidFill>
            <a:ln w="31750">
              <a:noFill/>
            </a:ln>
            <a:effectLst/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033-42A5-AD70-5A0AFE0EBEA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033-42A5-AD70-5A0AFE0EBEA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033-42A5-AD70-5A0AFE0EBEA9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033-42A5-AD70-5A0AFE0EBEA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033-42A5-AD70-5A0AFE0EBEA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033-42A5-AD70-5A0AFE0EBEA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Sheet1!$A$7:$A$55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Sheet1!$E$7:$E$55</c:f>
              <c:numCache>
                <c:formatCode>General</c:formatCode>
                <c:ptCount val="14"/>
                <c:pt idx="2" formatCode="0%">
                  <c:v>0.47</c:v>
                </c:pt>
                <c:pt idx="3" formatCode="0%">
                  <c:v>0.47</c:v>
                </c:pt>
                <c:pt idx="4" formatCode="0%">
                  <c:v>0.46</c:v>
                </c:pt>
                <c:pt idx="5" formatCode="0%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033-42A5-AD70-5A0AFE0EBEA9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CPU目标</c:v>
                </c:pt>
              </c:strCache>
            </c:strRef>
          </c:tx>
          <c:spPr>
            <a:solidFill>
              <a:schemeClr val="accent4"/>
            </a:solidFill>
            <a:ln w="317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Sheet1!$A$7:$A$55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Sheet1!$F$7:$F$55</c:f>
              <c:numCache>
                <c:formatCode>General</c:formatCode>
                <c:ptCount val="14"/>
              </c:numCache>
            </c:numRef>
          </c:val>
          <c:extLst>
            <c:ext xmlns:c16="http://schemas.microsoft.com/office/drawing/2014/chart" uri="{C3380CC4-5D6E-409C-BE32-E72D297353CC}">
              <c16:uniqueId val="{00000009-7033-42A5-AD70-5A0AFE0EBE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93833104"/>
        <c:axId val="693833648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  <c:pt idx="0">
                  <c:v>内存目标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Sheet1!$A$7:$A$55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Sheet1!$G$7:$G$55</c:f>
              <c:numCache>
                <c:formatCode>General</c:formatCode>
                <c:ptCount val="1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7033-42A5-AD70-5A0AFE0EBEA9}"/>
            </c:ext>
          </c:extLst>
        </c:ser>
        <c:ser>
          <c:idx val="5"/>
          <c:order val="5"/>
          <c:tx>
            <c:strRef>
              <c:f>Sheet1!$H$1</c:f>
              <c:strCache>
                <c:ptCount val="1"/>
                <c:pt idx="0">
                  <c:v>CPU每日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Sheet1!$A$7:$A$55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Sheet1!$H$7:$H$55</c:f>
              <c:numCache>
                <c:formatCode>General</c:formatCode>
                <c:ptCount val="14"/>
                <c:pt idx="6" formatCode="0%">
                  <c:v>0.08</c:v>
                </c:pt>
                <c:pt idx="7" formatCode="0%">
                  <c:v>0.08</c:v>
                </c:pt>
                <c:pt idx="8" formatCode="0%">
                  <c:v>0.08</c:v>
                </c:pt>
                <c:pt idx="9" formatCode="0%">
                  <c:v>0.08</c:v>
                </c:pt>
                <c:pt idx="10" formatCode="0%">
                  <c:v>0.08</c:v>
                </c:pt>
                <c:pt idx="11" formatCode="0%">
                  <c:v>0.08</c:v>
                </c:pt>
                <c:pt idx="12" formatCode="0%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7033-42A5-AD70-5A0AFE0EBEA9}"/>
            </c:ext>
          </c:extLst>
        </c:ser>
        <c:ser>
          <c:idx val="6"/>
          <c:order val="6"/>
          <c:tx>
            <c:strRef>
              <c:f>Sheet1!$I$1</c:f>
              <c:strCache>
                <c:ptCount val="1"/>
                <c:pt idx="0">
                  <c:v>内存每日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Sheet1!$A$7:$A$55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Sheet1!$I$7:$I$55</c:f>
              <c:numCache>
                <c:formatCode>General</c:formatCode>
                <c:ptCount val="14"/>
                <c:pt idx="6" formatCode="0%">
                  <c:v>0.47</c:v>
                </c:pt>
                <c:pt idx="7" formatCode="0%">
                  <c:v>0.47</c:v>
                </c:pt>
                <c:pt idx="8" formatCode="0%">
                  <c:v>0.47</c:v>
                </c:pt>
                <c:pt idx="9" formatCode="0%">
                  <c:v>0.47</c:v>
                </c:pt>
                <c:pt idx="10" formatCode="0%">
                  <c:v>0.47</c:v>
                </c:pt>
                <c:pt idx="11" formatCode="0%">
                  <c:v>0.47</c:v>
                </c:pt>
                <c:pt idx="12" formatCode="0%">
                  <c:v>0.47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7033-42A5-AD70-5A0AFE0EBEA9}"/>
            </c:ext>
          </c:extLst>
        </c:ser>
        <c:ser>
          <c:idx val="7"/>
          <c:order val="7"/>
          <c:tx>
            <c:strRef>
              <c:f>Sheet1!$J$1</c:f>
              <c:strCache>
                <c:ptCount val="1"/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Sheet1!$A$7:$A$55</c:f>
              <c:strCache>
                <c:ptCount val="14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Sheet1!$J$7:$J$55</c:f>
              <c:numCache>
                <c:formatCode>General</c:formatCode>
                <c:ptCount val="1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7033-42A5-AD70-5A0AFE0EBE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93833104"/>
        <c:axId val="693833648"/>
      </c:lineChart>
      <c:catAx>
        <c:axId val="6938249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693832560"/>
        <c:crosses val="autoZero"/>
        <c:auto val="1"/>
        <c:lblAlgn val="ctr"/>
        <c:lblOffset val="100"/>
        <c:noMultiLvlLbl val="0"/>
      </c:catAx>
      <c:valAx>
        <c:axId val="693832560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693824944"/>
        <c:crosses val="autoZero"/>
        <c:crossBetween val="between"/>
      </c:valAx>
      <c:catAx>
        <c:axId val="6938331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93833648"/>
        <c:crosses val="autoZero"/>
        <c:auto val="1"/>
        <c:lblAlgn val="ctr"/>
        <c:lblOffset val="100"/>
        <c:noMultiLvlLbl val="0"/>
      </c:catAx>
      <c:valAx>
        <c:axId val="693833648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693833104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7064054063654399"/>
          <c:y val="0.13637776982511299"/>
          <c:w val="0.65681495502962595"/>
          <c:h val="0.110010412526244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3c3e4fb-75ec-429b-a9b3-b8cbc0cbffcc}"/>
      </c:ext>
    </c:extLst>
  </c:chart>
  <c:spPr>
    <a:pattFill prst="dotGrid">
      <a:fgClr>
        <a:schemeClr val="bg1">
          <a:lumMod val="95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400" baseline="0" dirty="0"/>
              <a:t>发料备机</a:t>
            </a:r>
            <a:r>
              <a:rPr lang="zh-CN" altLang="en-US" sz="1400" dirty="0"/>
              <a:t>服务器</a:t>
            </a:r>
            <a:r>
              <a:rPr lang="en-US" altLang="zh-CN" sz="1400" dirty="0"/>
              <a:t>CPU&amp;</a:t>
            </a:r>
            <a:r>
              <a:rPr lang="zh-CN" altLang="en-US" sz="1400" dirty="0"/>
              <a:t>内存占用</a:t>
            </a:r>
          </a:p>
        </c:rich>
      </c:tx>
      <c:layout>
        <c:manualLayout>
          <c:xMode val="edge"/>
          <c:yMode val="edge"/>
          <c:x val="0.4257830445447520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6743393009377705E-2"/>
          <c:y val="0.24978611111111099"/>
          <c:w val="0.86600116487455203"/>
          <c:h val="0.615381635802468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CPU月均</c:v>
                </c:pt>
              </c:strCache>
            </c:strRef>
          </c:tx>
          <c:spPr>
            <a:solidFill>
              <a:srgbClr val="C94D4D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Sheet1!$A$7:$A$59</c:f>
              <c:strCache>
                <c:ptCount val="18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Sheet1!$B$7:$B$59</c:f>
              <c:numCache>
                <c:formatCode>0%</c:formatCode>
                <c:ptCount val="18"/>
                <c:pt idx="0">
                  <c:v>7.0000000000000007E-2</c:v>
                </c:pt>
                <c:pt idx="1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AF-4FBE-8130-5C8656D97A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内存月均</c:v>
                </c:pt>
              </c:strCache>
            </c:strRef>
          </c:tx>
          <c:spPr>
            <a:solidFill>
              <a:srgbClr val="D0A976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Sheet1!$A$7:$A$59</c:f>
              <c:strCache>
                <c:ptCount val="18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Sheet1!$C$7:$C$59</c:f>
              <c:numCache>
                <c:formatCode>0%</c:formatCode>
                <c:ptCount val="18"/>
                <c:pt idx="0">
                  <c:v>0.34</c:v>
                </c:pt>
                <c:pt idx="1">
                  <c:v>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AF-4FBE-8130-5C8656D97A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3827664"/>
        <c:axId val="693834192"/>
      </c:barChart>
      <c:barChart>
        <c:barDir val="col"/>
        <c:grouping val="cluster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CPU周均</c:v>
                </c:pt>
              </c:strCache>
            </c:strRef>
          </c:tx>
          <c:spPr>
            <a:solidFill>
              <a:schemeClr val="accent3"/>
            </a:solidFill>
            <a:ln w="31750">
              <a:noFill/>
            </a:ln>
            <a:effectLst/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5AF-4FBE-8130-5C8656D97A95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5AF-4FBE-8130-5C8656D97A9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5AF-4FBE-8130-5C8656D97A95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5AF-4FBE-8130-5C8656D97A95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5AF-4FBE-8130-5C8656D97A9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5AF-4FBE-8130-5C8656D97A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Sheet1!$A$7:$A$59</c:f>
              <c:strCache>
                <c:ptCount val="18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Sheet1!$D$7:$D$59</c:f>
              <c:numCache>
                <c:formatCode>General</c:formatCode>
                <c:ptCount val="18"/>
                <c:pt idx="2" formatCode="0%">
                  <c:v>7.0000000000000007E-2</c:v>
                </c:pt>
                <c:pt idx="3" formatCode="0%">
                  <c:v>0.08</c:v>
                </c:pt>
                <c:pt idx="4" formatCode="0%">
                  <c:v>7.0000000000000007E-2</c:v>
                </c:pt>
                <c:pt idx="5" formatCode="0%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5AF-4FBE-8130-5C8656D97A9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内存周均</c:v>
                </c:pt>
              </c:strCache>
            </c:strRef>
          </c:tx>
          <c:spPr>
            <a:solidFill>
              <a:schemeClr val="accent4"/>
            </a:solidFill>
            <a:ln w="317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Sheet1!$A$7:$A$59</c:f>
              <c:strCache>
                <c:ptCount val="18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Sheet1!$E$7:$E$59</c:f>
              <c:numCache>
                <c:formatCode>General</c:formatCode>
                <c:ptCount val="18"/>
                <c:pt idx="2" formatCode="0%">
                  <c:v>0.34</c:v>
                </c:pt>
                <c:pt idx="3" formatCode="0%">
                  <c:v>0.35</c:v>
                </c:pt>
                <c:pt idx="4" formatCode="0%">
                  <c:v>0.34</c:v>
                </c:pt>
                <c:pt idx="5" formatCode="0%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5AF-4FBE-8130-5C8656D97A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93834736"/>
        <c:axId val="693826032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CPU目标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Sheet1!$A$7:$A$59</c:f>
              <c:strCache>
                <c:ptCount val="18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Sheet1!$F$7:$F$59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D5AF-4FBE-8130-5C8656D97A9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内存目标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Sheet1!$A$7:$A$59</c:f>
              <c:strCache>
                <c:ptCount val="18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Sheet1!$G$7:$G$59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D5AF-4FBE-8130-5C8656D97A95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CPU每日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Sheet1!$A$7:$A$59</c:f>
              <c:strCache>
                <c:ptCount val="18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Sheet1!$H$7:$H$59</c:f>
              <c:numCache>
                <c:formatCode>General</c:formatCode>
                <c:ptCount val="18"/>
                <c:pt idx="6" formatCode="0%">
                  <c:v>7.0000000000000007E-2</c:v>
                </c:pt>
                <c:pt idx="7" formatCode="0%">
                  <c:v>7.0000000000000007E-2</c:v>
                </c:pt>
                <c:pt idx="8" formatCode="0%">
                  <c:v>7.0000000000000007E-2</c:v>
                </c:pt>
                <c:pt idx="9" formatCode="0%">
                  <c:v>7.0000000000000007E-2</c:v>
                </c:pt>
                <c:pt idx="10" formatCode="0%">
                  <c:v>7.0000000000000007E-2</c:v>
                </c:pt>
                <c:pt idx="11" formatCode="0%">
                  <c:v>7.0000000000000007E-2</c:v>
                </c:pt>
                <c:pt idx="12" formatCode="0%">
                  <c:v>7.0000000000000007E-2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D5AF-4FBE-8130-5C8656D97A95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内存每日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Sheet1!$A$7:$A$59</c:f>
              <c:strCache>
                <c:ptCount val="18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Sheet1!$I$7:$I$59</c:f>
              <c:numCache>
                <c:formatCode>General</c:formatCode>
                <c:ptCount val="18"/>
                <c:pt idx="6" formatCode="0%">
                  <c:v>0.35</c:v>
                </c:pt>
                <c:pt idx="7" formatCode="0%">
                  <c:v>0.35</c:v>
                </c:pt>
                <c:pt idx="8" formatCode="0%">
                  <c:v>0.35</c:v>
                </c:pt>
                <c:pt idx="9" formatCode="0%">
                  <c:v>0.35</c:v>
                </c:pt>
                <c:pt idx="10" formatCode="0%">
                  <c:v>0.35</c:v>
                </c:pt>
                <c:pt idx="11" formatCode="0%">
                  <c:v>0.35</c:v>
                </c:pt>
                <c:pt idx="12" formatCode="0%">
                  <c:v>0.35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D5AF-4FBE-8130-5C8656D97A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93834736"/>
        <c:axId val="693826032"/>
      </c:lineChart>
      <c:catAx>
        <c:axId val="6938276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693834192"/>
        <c:crosses val="autoZero"/>
        <c:auto val="1"/>
        <c:lblAlgn val="ctr"/>
        <c:lblOffset val="100"/>
        <c:noMultiLvlLbl val="0"/>
      </c:catAx>
      <c:valAx>
        <c:axId val="693834192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693827664"/>
        <c:crosses val="autoZero"/>
        <c:crossBetween val="between"/>
      </c:valAx>
      <c:catAx>
        <c:axId val="6938347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93826032"/>
        <c:crosses val="autoZero"/>
        <c:auto val="1"/>
        <c:lblAlgn val="ctr"/>
        <c:lblOffset val="100"/>
        <c:noMultiLvlLbl val="0"/>
      </c:catAx>
      <c:valAx>
        <c:axId val="693826032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693834736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7064054063654399"/>
          <c:y val="0.13637776982511299"/>
          <c:w val="0.65681495502962595"/>
          <c:h val="0.110010412526244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a168773-9cee-4d9a-9b7b-dcd81f3e34ce}"/>
      </c:ext>
    </c:extLst>
  </c:chart>
  <c:spPr>
    <a:pattFill prst="dotGrid">
      <a:fgClr>
        <a:schemeClr val="bg1">
          <a:lumMod val="95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en-US" altLang="zh-CN" sz="1400" dirty="0"/>
              <a:t>AGV</a:t>
            </a:r>
            <a:r>
              <a:rPr lang="en-US" altLang="zh-CN" sz="1400" baseline="0" dirty="0"/>
              <a:t> </a:t>
            </a:r>
            <a:r>
              <a:rPr lang="zh-CN" altLang="en-US" sz="1400" dirty="0"/>
              <a:t>服务器</a:t>
            </a:r>
            <a:r>
              <a:rPr lang="en-US" altLang="zh-CN" sz="1400" dirty="0"/>
              <a:t>CPU/</a:t>
            </a:r>
            <a:r>
              <a:rPr lang="zh-CN" altLang="en-US" sz="1400" dirty="0"/>
              <a:t>内存占用</a:t>
            </a:r>
          </a:p>
        </c:rich>
      </c:tx>
      <c:layout>
        <c:manualLayout>
          <c:xMode val="edge"/>
          <c:yMode val="edge"/>
          <c:x val="0.4257830445447520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6743393009377705E-2"/>
          <c:y val="0.24978611111111099"/>
          <c:w val="0.86600116487455203"/>
          <c:h val="0.615381635802468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CPU月均</c:v>
                </c:pt>
              </c:strCache>
            </c:strRef>
          </c:tx>
          <c:spPr>
            <a:solidFill>
              <a:srgbClr val="C94D4D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Sheet1!$A$11:$A$62</c:f>
              <c:strCache>
                <c:ptCount val="19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Sheet1!$B$11:$B$62</c:f>
              <c:numCache>
                <c:formatCode>0%</c:formatCode>
                <c:ptCount val="19"/>
                <c:pt idx="0">
                  <c:v>3.5999999999999997E-2</c:v>
                </c:pt>
                <c:pt idx="1">
                  <c:v>3.5999999999999997E-2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6F-42BE-B555-14B6BAB12B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内存月均</c:v>
                </c:pt>
              </c:strCache>
            </c:strRef>
          </c:tx>
          <c:spPr>
            <a:solidFill>
              <a:srgbClr val="D0A976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Sheet1!$A$11:$A$62</c:f>
              <c:strCache>
                <c:ptCount val="19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Sheet1!$C$11:$C$62</c:f>
              <c:numCache>
                <c:formatCode>0%</c:formatCode>
                <c:ptCount val="19"/>
                <c:pt idx="0">
                  <c:v>0.2</c:v>
                </c:pt>
                <c:pt idx="1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6F-42BE-B555-14B6BAB12B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137386400"/>
        <c:axId val="2137385312"/>
      </c:barChart>
      <c:barChart>
        <c:barDir val="col"/>
        <c:grouping val="cluster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CPU周均</c:v>
                </c:pt>
              </c:strCache>
            </c:strRef>
          </c:tx>
          <c:spPr>
            <a:solidFill>
              <a:schemeClr val="accent3"/>
            </a:solidFill>
            <a:ln w="31750">
              <a:noFill/>
            </a:ln>
            <a:effectLst/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66F-42BE-B555-14B6BAB12B0C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66F-42BE-B555-14B6BAB12B0C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66F-42BE-B555-14B6BAB12B0C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66F-42BE-B555-14B6BAB12B0C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66F-42BE-B555-14B6BAB12B0C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66F-42BE-B555-14B6BAB12B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Sheet1!$A$11:$A$62</c:f>
              <c:strCache>
                <c:ptCount val="19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Sheet1!$D$11:$D$62</c:f>
              <c:numCache>
                <c:formatCode>General</c:formatCode>
                <c:ptCount val="19"/>
                <c:pt idx="2" formatCode="0%">
                  <c:v>0.04</c:v>
                </c:pt>
                <c:pt idx="3" formatCode="0%">
                  <c:v>0.04</c:v>
                </c:pt>
                <c:pt idx="4" formatCode="0%">
                  <c:v>0.04</c:v>
                </c:pt>
                <c:pt idx="5" formatCode="0%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66F-42BE-B555-14B6BAB12B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内存周均</c:v>
                </c:pt>
              </c:strCache>
            </c:strRef>
          </c:tx>
          <c:spPr>
            <a:solidFill>
              <a:schemeClr val="accent4"/>
            </a:solidFill>
            <a:ln w="317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Sheet1!$A$11:$A$62</c:f>
              <c:strCache>
                <c:ptCount val="19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Sheet1!$E$11:$E$62</c:f>
              <c:numCache>
                <c:formatCode>General</c:formatCode>
                <c:ptCount val="19"/>
                <c:pt idx="2" formatCode="0%">
                  <c:v>0.18</c:v>
                </c:pt>
                <c:pt idx="3" formatCode="0%">
                  <c:v>0.18</c:v>
                </c:pt>
                <c:pt idx="4" formatCode="0%">
                  <c:v>0.18</c:v>
                </c:pt>
                <c:pt idx="5" formatCode="0%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66F-42BE-B555-14B6BAB12B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3619072"/>
        <c:axId val="113619616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CPU目标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Sheet1!$A$11:$A$62</c:f>
              <c:strCache>
                <c:ptCount val="19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Sheet1!$F$11:$F$62</c:f>
              <c:numCache>
                <c:formatCode>General</c:formatCode>
                <c:ptCount val="19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066F-42BE-B555-14B6BAB12B0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内存目标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Sheet1!$A$11:$A$62</c:f>
              <c:strCache>
                <c:ptCount val="19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Sheet1!$G$11:$G$62</c:f>
              <c:numCache>
                <c:formatCode>General</c:formatCode>
                <c:ptCount val="19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066F-42BE-B555-14B6BAB12B0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CPU每日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Sheet1!$A$11:$A$62</c:f>
              <c:strCache>
                <c:ptCount val="19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Sheet1!$H$11:$H$62</c:f>
              <c:numCache>
                <c:formatCode>General</c:formatCode>
                <c:ptCount val="19"/>
                <c:pt idx="6" formatCode="0%">
                  <c:v>0.04</c:v>
                </c:pt>
                <c:pt idx="7" formatCode="0%">
                  <c:v>0.04</c:v>
                </c:pt>
                <c:pt idx="8" formatCode="0%">
                  <c:v>0.04</c:v>
                </c:pt>
                <c:pt idx="9" formatCode="0%">
                  <c:v>0.04</c:v>
                </c:pt>
                <c:pt idx="10" formatCode="0%">
                  <c:v>0.04</c:v>
                </c:pt>
                <c:pt idx="11" formatCode="0%">
                  <c:v>0.04</c:v>
                </c:pt>
                <c:pt idx="12" formatCode="0%">
                  <c:v>0.04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066F-42BE-B555-14B6BAB12B0C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内存每日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Sheet1!$A$11:$A$62</c:f>
              <c:strCache>
                <c:ptCount val="19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Sheet1!$I$11:$I$62</c:f>
              <c:numCache>
                <c:formatCode>General</c:formatCode>
                <c:ptCount val="19"/>
                <c:pt idx="6" formatCode="0%">
                  <c:v>0.19</c:v>
                </c:pt>
                <c:pt idx="7" formatCode="0%">
                  <c:v>0.19</c:v>
                </c:pt>
                <c:pt idx="8" formatCode="0%">
                  <c:v>0.19</c:v>
                </c:pt>
                <c:pt idx="9" formatCode="0%">
                  <c:v>0.19</c:v>
                </c:pt>
                <c:pt idx="10" formatCode="0%">
                  <c:v>0.19</c:v>
                </c:pt>
                <c:pt idx="11" formatCode="0%">
                  <c:v>0.19</c:v>
                </c:pt>
                <c:pt idx="12" formatCode="0%">
                  <c:v>0.19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066F-42BE-B555-14B6BAB12B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3619072"/>
        <c:axId val="113619616"/>
      </c:lineChart>
      <c:catAx>
        <c:axId val="21373864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0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85312"/>
        <c:crosses val="autoZero"/>
        <c:auto val="1"/>
        <c:lblAlgn val="ctr"/>
        <c:lblOffset val="100"/>
        <c:noMultiLvlLbl val="0"/>
      </c:catAx>
      <c:valAx>
        <c:axId val="2137385312"/>
        <c:scaling>
          <c:orientation val="minMax"/>
          <c:max val="0.2"/>
          <c:min val="0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86400"/>
        <c:crosses val="autoZero"/>
        <c:crossBetween val="between"/>
        <c:majorUnit val="0.05"/>
      </c:valAx>
      <c:catAx>
        <c:axId val="1136190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3619616"/>
        <c:crosses val="autoZero"/>
        <c:auto val="1"/>
        <c:lblAlgn val="ctr"/>
        <c:lblOffset val="100"/>
        <c:noMultiLvlLbl val="0"/>
      </c:catAx>
      <c:valAx>
        <c:axId val="113619616"/>
        <c:scaling>
          <c:orientation val="minMax"/>
          <c:max val="0.2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113619072"/>
        <c:crosses val="max"/>
        <c:crossBetween val="between"/>
        <c:majorUnit val="0.05"/>
      </c:val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legend>
      <c:legendPos val="t"/>
      <c:layout>
        <c:manualLayout>
          <c:xMode val="edge"/>
          <c:yMode val="edge"/>
          <c:x val="0.17064054063654399"/>
          <c:y val="0.13637776982511299"/>
          <c:w val="0.65681495502962595"/>
          <c:h val="0.1100104125262449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8bdce82-7159-45fd-a7ce-103a39f63f9e}"/>
      </c:ext>
    </c:extLst>
  </c:chart>
  <c:spPr>
    <a:pattFill prst="dotGrid">
      <a:fgClr>
        <a:schemeClr val="bg1">
          <a:lumMod val="95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en-US" altLang="zh-CN" sz="1400" dirty="0">
                <a:solidFill>
                  <a:schemeClr val="tx1"/>
                </a:solidFill>
              </a:rPr>
              <a:t>AGV</a:t>
            </a:r>
            <a:r>
              <a:rPr lang="zh-CN" altLang="en-US" sz="1400" dirty="0">
                <a:solidFill>
                  <a:schemeClr val="tx1"/>
                </a:solidFill>
              </a:rPr>
              <a:t>点检完成率</a:t>
            </a:r>
          </a:p>
        </c:rich>
      </c:tx>
      <c:layout>
        <c:manualLayout>
          <c:xMode val="edge"/>
          <c:yMode val="edge"/>
          <c:x val="0.456508506849162"/>
          <c:y val="4.4039887349847703E-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1" i="0" u="none" strike="noStrike" kern="1200" spc="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41148053424295E-2"/>
          <c:y val="0.22686671125376101"/>
          <c:w val="0.86600116487455203"/>
          <c:h val="0.615381635802468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月完成率</c:v>
                </c:pt>
              </c:strCache>
            </c:strRef>
          </c:tx>
          <c:spPr>
            <a:solidFill>
              <a:srgbClr val="C94D4D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Sheet1!$A$2:$A$58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Sheet1!$B$2:$B$58</c:f>
              <c:numCache>
                <c:formatCode>0%</c:formatCode>
                <c:ptCount val="15"/>
                <c:pt idx="0">
                  <c:v>1</c:v>
                </c:pt>
                <c:pt idx="1">
                  <c:v>0.75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A1-4167-A275-909C20F04C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周完成率</c:v>
                </c:pt>
              </c:strCache>
            </c:strRef>
          </c:tx>
          <c:spPr>
            <a:solidFill>
              <a:srgbClr val="D0A976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Sheet1!$A$2:$A$58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Sheet1!$C$2:$C$58</c:f>
              <c:numCache>
                <c:formatCode>General</c:formatCode>
                <c:ptCount val="15"/>
              </c:numCache>
            </c:numRef>
          </c:val>
          <c:extLst>
            <c:ext xmlns:c16="http://schemas.microsoft.com/office/drawing/2014/chart" uri="{C3380CC4-5D6E-409C-BE32-E72D297353CC}">
              <c16:uniqueId val="{00000001-EAA1-4167-A275-909C20F04C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137393472"/>
        <c:axId val="2137394016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目标</c:v>
                </c:pt>
              </c:strCache>
            </c:strRef>
          </c:tx>
          <c:spPr>
            <a:ln w="317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AA1-4167-A275-909C20F04C2A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AA1-4167-A275-909C20F04C2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AA1-4167-A275-909C20F04C2A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AA1-4167-A275-909C20F04C2A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AA1-4167-A275-909C20F04C2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AA1-4167-A275-909C20F04C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Sheet1!$A$2:$A$58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Sheet1!$D$2:$D$58</c:f>
              <c:numCache>
                <c:formatCode>General</c:formatCode>
                <c:ptCount val="15"/>
                <c:pt idx="6" formatCode="0%">
                  <c:v>1</c:v>
                </c:pt>
                <c:pt idx="7" formatCode="0%">
                  <c:v>1</c:v>
                </c:pt>
                <c:pt idx="8" formatCode="0%">
                  <c:v>1</c:v>
                </c:pt>
                <c:pt idx="9" formatCode="0%">
                  <c:v>1</c:v>
                </c:pt>
                <c:pt idx="10" formatCode="0%">
                  <c:v>1</c:v>
                </c:pt>
                <c:pt idx="11" formatCode="0%">
                  <c:v>1</c:v>
                </c:pt>
                <c:pt idx="12" formatCode="0%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EAA1-4167-A275-909C20F04C2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每日</c:v>
                </c:pt>
              </c:strCache>
            </c:strRef>
          </c:tx>
          <c:spPr>
            <a:ln w="31750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Sheet1!$A$2:$A$58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Sheet1!$E$2:$E$58</c:f>
              <c:numCache>
                <c:formatCode>General</c:formatCode>
                <c:ptCount val="15"/>
                <c:pt idx="6" formatCode="0%">
                  <c:v>1</c:v>
                </c:pt>
                <c:pt idx="7" formatCode="0%">
                  <c:v>1</c:v>
                </c:pt>
                <c:pt idx="8" formatCode="0%">
                  <c:v>1</c:v>
                </c:pt>
                <c:pt idx="9" formatCode="0%">
                  <c:v>1</c:v>
                </c:pt>
                <c:pt idx="10" formatCode="0%">
                  <c:v>1</c:v>
                </c:pt>
                <c:pt idx="11" formatCode="0%">
                  <c:v>1</c:v>
                </c:pt>
                <c:pt idx="12" formatCode="0%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EAA1-4167-A275-909C20F04C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37395648"/>
        <c:axId val="2137394560"/>
      </c:lineChart>
      <c:catAx>
        <c:axId val="21373934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94016"/>
        <c:crosses val="autoZero"/>
        <c:auto val="1"/>
        <c:lblAlgn val="ctr"/>
        <c:lblOffset val="100"/>
        <c:noMultiLvlLbl val="0"/>
      </c:catAx>
      <c:valAx>
        <c:axId val="2137394016"/>
        <c:scaling>
          <c:orientation val="minMax"/>
          <c:max val="1.2"/>
          <c:min val="0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93472"/>
        <c:crosses val="autoZero"/>
        <c:crossBetween val="between"/>
        <c:majorUnit val="0.4"/>
      </c:valAx>
      <c:catAx>
        <c:axId val="21373956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137394560"/>
        <c:crosses val="autoZero"/>
        <c:auto val="1"/>
        <c:lblAlgn val="ctr"/>
        <c:lblOffset val="100"/>
        <c:noMultiLvlLbl val="0"/>
      </c:catAx>
      <c:valAx>
        <c:axId val="2137394560"/>
        <c:scaling>
          <c:orientation val="minMax"/>
          <c:max val="1.2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95648"/>
        <c:crosses val="max"/>
        <c:crossBetween val="between"/>
        <c:majorUnit val="0.4"/>
      </c:val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</c:legendEntry>
      <c:layout>
        <c:manualLayout>
          <c:xMode val="edge"/>
          <c:yMode val="edge"/>
          <c:x val="0.35922989485649298"/>
          <c:y val="0.13001244811950199"/>
          <c:w val="0.278577524893314"/>
          <c:h val="0.1080363814012299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2d5a369-16bc-4b4e-b562-dae31e031476}"/>
      </c:ext>
    </c:extLst>
  </c:chart>
  <c:spPr>
    <a:pattFill prst="dotGrid">
      <a:fgClr>
        <a:schemeClr val="bg1">
          <a:lumMod val="95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400" dirty="0"/>
              <a:t>异常趋势及分析</a:t>
            </a:r>
          </a:p>
        </c:rich>
      </c:tx>
      <c:layout>
        <c:manualLayout>
          <c:xMode val="edge"/>
          <c:yMode val="edge"/>
          <c:x val="0.41637211571430499"/>
          <c:y val="5.7112964994398001E-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968597937882693E-2"/>
          <c:y val="0.26884478144513801"/>
          <c:w val="0.86601630362154203"/>
          <c:h val="0.609924174843889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月总</c:v>
                </c:pt>
              </c:strCache>
            </c:strRef>
          </c:tx>
          <c:spPr>
            <a:solidFill>
              <a:srgbClr val="C94D4D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Sheet1!$A$6:$A$56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W16</c:v>
                </c:pt>
                <c:pt idx="3">
                  <c:v>W17</c:v>
                </c:pt>
                <c:pt idx="4">
                  <c:v>W18</c:v>
                </c:pt>
                <c:pt idx="5">
                  <c:v>W19</c:v>
                </c:pt>
                <c:pt idx="6">
                  <c:v>W20</c:v>
                </c:pt>
                <c:pt idx="7">
                  <c:v>08日</c:v>
                </c:pt>
                <c:pt idx="8">
                  <c:v>09日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</c:strCache>
            </c:strRef>
          </c:cat>
          <c:val>
            <c:numRef>
              <c:f>Sheet1!$B$6:$B$56</c:f>
              <c:numCache>
                <c:formatCode>General</c:formatCode>
                <c:ptCount val="15"/>
                <c:pt idx="0">
                  <c:v>249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A9-4856-AC10-50BFA93AB0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周总</c:v>
                </c:pt>
              </c:strCache>
            </c:strRef>
          </c:tx>
          <c:spPr>
            <a:solidFill>
              <a:srgbClr val="D0A976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Sheet1!$A$6:$A$56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W16</c:v>
                </c:pt>
                <c:pt idx="3">
                  <c:v>W17</c:v>
                </c:pt>
                <c:pt idx="4">
                  <c:v>W18</c:v>
                </c:pt>
                <c:pt idx="5">
                  <c:v>W19</c:v>
                </c:pt>
                <c:pt idx="6">
                  <c:v>W20</c:v>
                </c:pt>
                <c:pt idx="7">
                  <c:v>08日</c:v>
                </c:pt>
                <c:pt idx="8">
                  <c:v>09日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</c:strCache>
            </c:strRef>
          </c:cat>
          <c:val>
            <c:numRef>
              <c:f>Sheet1!$C$6:$C$56</c:f>
              <c:numCache>
                <c:formatCode>General</c:formatCode>
                <c:ptCount val="15"/>
                <c:pt idx="2">
                  <c:v>73</c:v>
                </c:pt>
                <c:pt idx="3">
                  <c:v>50</c:v>
                </c:pt>
                <c:pt idx="4">
                  <c:v>47</c:v>
                </c:pt>
                <c:pt idx="5">
                  <c:v>50</c:v>
                </c:pt>
                <c:pt idx="6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A9-4856-AC10-50BFA93AB0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13622336"/>
        <c:axId val="11362396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目标</c:v>
                </c:pt>
              </c:strCache>
            </c:strRef>
          </c:tx>
          <c:spPr>
            <a:ln w="317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0A9-4856-AC10-50BFA93AB091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A9-4856-AC10-50BFA93AB091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0A9-4856-AC10-50BFA93AB091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A9-4856-AC10-50BFA93AB09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0A9-4856-AC10-50BFA93AB09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0A9-4856-AC10-50BFA93AB0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Sheet1!$A$6:$A$56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W16</c:v>
                </c:pt>
                <c:pt idx="3">
                  <c:v>W17</c:v>
                </c:pt>
                <c:pt idx="4">
                  <c:v>W18</c:v>
                </c:pt>
                <c:pt idx="5">
                  <c:v>W19</c:v>
                </c:pt>
                <c:pt idx="6">
                  <c:v>W20</c:v>
                </c:pt>
                <c:pt idx="7">
                  <c:v>08日</c:v>
                </c:pt>
                <c:pt idx="8">
                  <c:v>09日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</c:strCache>
            </c:strRef>
          </c:cat>
          <c:val>
            <c:numRef>
              <c:f>Sheet1!$D$6:$D$56</c:f>
              <c:numCache>
                <c:formatCode>General</c:formatCode>
                <c:ptCount val="15"/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90A9-4856-AC10-50BFA93AB09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每日</c:v>
                </c:pt>
              </c:strCache>
            </c:strRef>
          </c:tx>
          <c:spPr>
            <a:ln w="31750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Sheet1!$A$6:$A$56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W16</c:v>
                </c:pt>
                <c:pt idx="3">
                  <c:v>W17</c:v>
                </c:pt>
                <c:pt idx="4">
                  <c:v>W18</c:v>
                </c:pt>
                <c:pt idx="5">
                  <c:v>W19</c:v>
                </c:pt>
                <c:pt idx="6">
                  <c:v>W20</c:v>
                </c:pt>
                <c:pt idx="7">
                  <c:v>08日</c:v>
                </c:pt>
                <c:pt idx="8">
                  <c:v>09日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</c:strCache>
            </c:strRef>
          </c:cat>
          <c:val>
            <c:numRef>
              <c:f>Sheet1!$E$6:$E$56</c:f>
              <c:numCache>
                <c:formatCode>General</c:formatCode>
                <c:ptCount val="15"/>
                <c:pt idx="7">
                  <c:v>3</c:v>
                </c:pt>
                <c:pt idx="8">
                  <c:v>5</c:v>
                </c:pt>
                <c:pt idx="9">
                  <c:v>10</c:v>
                </c:pt>
                <c:pt idx="10">
                  <c:v>6</c:v>
                </c:pt>
                <c:pt idx="11">
                  <c:v>3</c:v>
                </c:pt>
                <c:pt idx="12">
                  <c:v>7</c:v>
                </c:pt>
                <c:pt idx="1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90A9-4856-AC10-50BFA93AB0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3629408"/>
        <c:axId val="113633760"/>
      </c:lineChart>
      <c:catAx>
        <c:axId val="1136223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113623968"/>
        <c:crosses val="autoZero"/>
        <c:auto val="1"/>
        <c:lblAlgn val="ctr"/>
        <c:lblOffset val="100"/>
        <c:noMultiLvlLbl val="0"/>
      </c:catAx>
      <c:valAx>
        <c:axId val="113623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113622336"/>
        <c:crosses val="autoZero"/>
        <c:crossBetween val="between"/>
      </c:valAx>
      <c:catAx>
        <c:axId val="1136294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3633760"/>
        <c:crosses val="autoZero"/>
        <c:auto val="1"/>
        <c:lblAlgn val="ctr"/>
        <c:lblOffset val="100"/>
        <c:noMultiLvlLbl val="0"/>
      </c:catAx>
      <c:valAx>
        <c:axId val="113633760"/>
        <c:scaling>
          <c:orientation val="minMax"/>
        </c:scaling>
        <c:delete val="0"/>
        <c:axPos val="r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113629408"/>
        <c:crosses val="max"/>
        <c:crossBetween val="between"/>
      </c:val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legend>
      <c:legendPos val="t"/>
      <c:layout>
        <c:manualLayout>
          <c:xMode val="edge"/>
          <c:yMode val="edge"/>
          <c:x val="0.309303690247416"/>
          <c:y val="0.13315128494411699"/>
          <c:w val="0.46399386444808699"/>
          <c:h val="8.8057417463372395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da158ec-8b1c-4926-985d-a8e33e568abd}"/>
      </c:ext>
    </c:extLst>
  </c:chart>
  <c:spPr>
    <a:pattFill prst="dotGrid">
      <a:fgClr>
        <a:schemeClr val="bg1">
          <a:lumMod val="95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en-US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报警次数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AGV不在码上</c:v>
                </c:pt>
                <c:pt idx="1">
                  <c:v>平台失联</c:v>
                </c:pt>
                <c:pt idx="2">
                  <c:v>走偏告警</c:v>
                </c:pt>
                <c:pt idx="3">
                  <c:v>激光传感器异常</c:v>
                </c:pt>
                <c:pt idx="4">
                  <c:v>上读码组件通信失败</c:v>
                </c:pt>
                <c:pt idx="5">
                  <c:v>举升电机异常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E4-4196-9AA5-740F64760B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113629952"/>
        <c:axId val="113622880"/>
      </c:barChart>
      <c:catAx>
        <c:axId val="1136299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622880"/>
        <c:crosses val="autoZero"/>
        <c:auto val="1"/>
        <c:lblAlgn val="ctr"/>
        <c:lblOffset val="100"/>
        <c:noMultiLvlLbl val="0"/>
      </c:catAx>
      <c:valAx>
        <c:axId val="113622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629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d434e3-300a-4180-b27d-286b6eae71ec}"/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400" dirty="0"/>
              <a:t>异常趋势及分析</a:t>
            </a:r>
          </a:p>
        </c:rich>
      </c:tx>
      <c:layout>
        <c:manualLayout>
          <c:xMode val="edge"/>
          <c:yMode val="edge"/>
          <c:x val="0.41637211571430499"/>
          <c:y val="5.7112964994398001E-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968597937882693E-2"/>
          <c:y val="0.26884478144513801"/>
          <c:w val="0.86601630362154203"/>
          <c:h val="0.609924174843889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月总</c:v>
                </c:pt>
              </c:strCache>
            </c:strRef>
          </c:tx>
          <c:spPr>
            <a:solidFill>
              <a:srgbClr val="C94D4D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Sheet1!$A$5:$A$59</c:f>
              <c:strCache>
                <c:ptCount val="16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Sheet1!$B$5:$B$59</c:f>
              <c:numCache>
                <c:formatCode>General</c:formatCode>
                <c:ptCount val="16"/>
                <c:pt idx="0">
                  <c:v>382</c:v>
                </c:pt>
                <c:pt idx="1">
                  <c:v>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4-4D56-BE03-5884EC199E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周总</c:v>
                </c:pt>
              </c:strCache>
            </c:strRef>
          </c:tx>
          <c:spPr>
            <a:solidFill>
              <a:srgbClr val="D0A976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Sheet1!$A$5:$A$59</c:f>
              <c:strCache>
                <c:ptCount val="16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Sheet1!$C$5:$C$59</c:f>
              <c:numCache>
                <c:formatCode>General</c:formatCode>
                <c:ptCount val="16"/>
                <c:pt idx="2">
                  <c:v>123</c:v>
                </c:pt>
                <c:pt idx="3">
                  <c:v>81</c:v>
                </c:pt>
                <c:pt idx="4">
                  <c:v>78</c:v>
                </c:pt>
                <c:pt idx="5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4-4D56-BE03-5884EC199E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13625056"/>
        <c:axId val="113624512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ln w="317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314-4D56-BE03-5884EC199E50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14-4D56-BE03-5884EC199E50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14-4D56-BE03-5884EC199E50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14-4D56-BE03-5884EC199E5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314-4D56-BE03-5884EC199E50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314-4D56-BE03-5884EC199E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Sheet1!$A$5:$A$59</c:f>
              <c:strCache>
                <c:ptCount val="16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Sheet1!$D$5:$D$59</c:f>
              <c:numCache>
                <c:formatCode>General</c:formatCode>
                <c:ptCount val="16"/>
                <c:pt idx="6">
                  <c:v>30</c:v>
                </c:pt>
                <c:pt idx="7">
                  <c:v>30</c:v>
                </c:pt>
                <c:pt idx="8">
                  <c:v>30</c:v>
                </c:pt>
                <c:pt idx="9">
                  <c:v>30</c:v>
                </c:pt>
                <c:pt idx="10">
                  <c:v>30</c:v>
                </c:pt>
                <c:pt idx="11">
                  <c:v>30</c:v>
                </c:pt>
                <c:pt idx="12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5314-4D56-BE03-5884EC199E5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每日</c:v>
                </c:pt>
              </c:strCache>
            </c:strRef>
          </c:tx>
          <c:spPr>
            <a:ln w="31750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Sheet1!$A$5:$A$59</c:f>
              <c:strCache>
                <c:ptCount val="16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Sheet1!$E$5:$E$59</c:f>
              <c:numCache>
                <c:formatCode>General</c:formatCode>
                <c:ptCount val="16"/>
                <c:pt idx="6">
                  <c:v>5</c:v>
                </c:pt>
                <c:pt idx="7">
                  <c:v>3</c:v>
                </c:pt>
                <c:pt idx="8">
                  <c:v>10</c:v>
                </c:pt>
                <c:pt idx="9">
                  <c:v>12</c:v>
                </c:pt>
                <c:pt idx="10">
                  <c:v>14</c:v>
                </c:pt>
                <c:pt idx="11">
                  <c:v>1</c:v>
                </c:pt>
                <c:pt idx="12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5314-4D56-BE03-5884EC199E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3623424"/>
        <c:axId val="113621792"/>
      </c:lineChart>
      <c:catAx>
        <c:axId val="113625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113624512"/>
        <c:crosses val="autoZero"/>
        <c:auto val="1"/>
        <c:lblAlgn val="ctr"/>
        <c:lblOffset val="100"/>
        <c:noMultiLvlLbl val="0"/>
      </c:catAx>
      <c:valAx>
        <c:axId val="1136245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113625056"/>
        <c:crosses val="autoZero"/>
        <c:crossBetween val="between"/>
      </c:valAx>
      <c:catAx>
        <c:axId val="1136234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3621792"/>
        <c:crosses val="autoZero"/>
        <c:auto val="1"/>
        <c:lblAlgn val="ctr"/>
        <c:lblOffset val="100"/>
        <c:noMultiLvlLbl val="0"/>
      </c:catAx>
      <c:valAx>
        <c:axId val="113621792"/>
        <c:scaling>
          <c:orientation val="minMax"/>
        </c:scaling>
        <c:delete val="0"/>
        <c:axPos val="r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113623424"/>
        <c:crosses val="max"/>
        <c:crossBetween val="between"/>
      </c:val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legend>
      <c:legendPos val="t"/>
      <c:layout>
        <c:manualLayout>
          <c:xMode val="edge"/>
          <c:yMode val="edge"/>
          <c:x val="0.30708349957221698"/>
          <c:y val="0.13315128494411699"/>
          <c:w val="0.46399386444808699"/>
          <c:h val="8.8057417463372395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ee40eb1-0b73-4f5d-b999-521487903c78}"/>
      </c:ext>
    </c:extLst>
  </c:chart>
  <c:spPr>
    <a:pattFill prst="dotGrid">
      <a:fgClr>
        <a:schemeClr val="bg1">
          <a:lumMod val="95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en-US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报警次数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轨道卡篮</c:v>
                </c:pt>
                <c:pt idx="1">
                  <c:v>推拉气缸伸出故障</c:v>
                </c:pt>
                <c:pt idx="2">
                  <c:v>锁止气缸伸出故障</c:v>
                </c:pt>
                <c:pt idx="3">
                  <c:v>接驳台与机台心跳异常</c:v>
                </c:pt>
                <c:pt idx="4">
                  <c:v>耦合气缸伸出故障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1E-4138-9966-9A4D1C673C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113631584"/>
        <c:axId val="113625600"/>
      </c:barChart>
      <c:catAx>
        <c:axId val="1136315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625600"/>
        <c:crosses val="autoZero"/>
        <c:auto val="1"/>
        <c:lblAlgn val="ctr"/>
        <c:lblOffset val="100"/>
        <c:noMultiLvlLbl val="0"/>
      </c:catAx>
      <c:valAx>
        <c:axId val="113625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631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f597fc1-3abe-4ebf-a8c5-423cd3c0e75b}"/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en-US" altLang="zh-CN" sz="1400" dirty="0"/>
              <a:t>AGV</a:t>
            </a:r>
            <a:r>
              <a:rPr lang="zh-CN" altLang="en-US" sz="1400" dirty="0"/>
              <a:t>备件耗用趋势及分析</a:t>
            </a:r>
          </a:p>
        </c:rich>
      </c:tx>
      <c:layout>
        <c:manualLayout>
          <c:xMode val="edge"/>
          <c:yMode val="edge"/>
          <c:x val="0.276628683548023"/>
          <c:y val="2.92140041734292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968597937882693E-2"/>
          <c:y val="0.26553748977847103"/>
          <c:w val="0.86601630362154203"/>
          <c:h val="0.609924174843889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月总</c:v>
                </c:pt>
              </c:strCache>
            </c:strRef>
          </c:tx>
          <c:spPr>
            <a:solidFill>
              <a:srgbClr val="C94D4D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Sheet1!$A$5:$A$58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Sheet1!$B$5:$B$58</c:f>
              <c:numCache>
                <c:formatCode>General</c:formatCode>
                <c:ptCount val="15"/>
                <c:pt idx="0">
                  <c:v>5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E0-4784-A92D-C46C1F1F54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周总</c:v>
                </c:pt>
              </c:strCache>
            </c:strRef>
          </c:tx>
          <c:spPr>
            <a:solidFill>
              <a:srgbClr val="D0A976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Sheet1!$A$5:$A$58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Sheet1!$C$5:$C$58</c:f>
              <c:numCache>
                <c:formatCode>General</c:formatCode>
                <c:ptCount val="15"/>
                <c:pt idx="2">
                  <c:v>1</c:v>
                </c:pt>
                <c:pt idx="3">
                  <c:v>2</c:v>
                </c:pt>
                <c:pt idx="4">
                  <c:v>0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E0-4784-A92D-C46C1F1F54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137385856"/>
        <c:axId val="2137395104"/>
      </c:barChart>
      <c:lineChart>
        <c:grouping val="standard"/>
        <c:varyColors val="0"/>
        <c:ser>
          <c:idx val="2"/>
          <c:order val="2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317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Sheet1!$A$5:$A$58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0E0-4784-A92D-C46C1F1F5496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每日</c:v>
                </c:pt>
              </c:strCache>
            </c:strRef>
          </c:tx>
          <c:spPr>
            <a:ln w="31750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Sheet1!$A$5:$A$58</c:f>
              <c:strCache>
                <c:ptCount val="15"/>
                <c:pt idx="0">
                  <c:v>4月</c:v>
                </c:pt>
                <c:pt idx="1">
                  <c:v>5月</c:v>
                </c:pt>
                <c:pt idx="2">
                  <c:v>W18</c:v>
                </c:pt>
                <c:pt idx="3">
                  <c:v>W19</c:v>
                </c:pt>
                <c:pt idx="4">
                  <c:v>W20</c:v>
                </c:pt>
                <c:pt idx="5">
                  <c:v>W21</c:v>
                </c:pt>
                <c:pt idx="6">
                  <c:v>15日</c:v>
                </c:pt>
                <c:pt idx="7">
                  <c:v>16日</c:v>
                </c:pt>
                <c:pt idx="8">
                  <c:v>17日</c:v>
                </c:pt>
                <c:pt idx="9">
                  <c:v>18日</c:v>
                </c:pt>
                <c:pt idx="10">
                  <c:v>19日</c:v>
                </c:pt>
                <c:pt idx="11">
                  <c:v>20日</c:v>
                </c:pt>
                <c:pt idx="12">
                  <c:v>21日</c:v>
                </c:pt>
              </c:strCache>
            </c:strRef>
          </c:cat>
          <c:val>
            <c:numRef>
              <c:f>Sheet1!$D$5:$D$58</c:f>
              <c:numCache>
                <c:formatCode>General</c:formatCode>
                <c:ptCount val="15"/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0E0-4784-A92D-C46C1F1F54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37388032"/>
        <c:axId val="2137396736"/>
      </c:lineChart>
      <c:catAx>
        <c:axId val="21373858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95104"/>
        <c:crosses val="autoZero"/>
        <c:auto val="1"/>
        <c:lblAlgn val="ctr"/>
        <c:lblOffset val="100"/>
        <c:noMultiLvlLbl val="0"/>
      </c:catAx>
      <c:valAx>
        <c:axId val="21373951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85856"/>
        <c:crosses val="autoZero"/>
        <c:crossBetween val="between"/>
        <c:majorUnit val="1"/>
      </c:valAx>
      <c:catAx>
        <c:axId val="21373880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137396736"/>
        <c:crosses val="autoZero"/>
        <c:auto val="1"/>
        <c:lblAlgn val="ctr"/>
        <c:lblOffset val="100"/>
        <c:noMultiLvlLbl val="0"/>
      </c:catAx>
      <c:valAx>
        <c:axId val="2137396736"/>
        <c:scaling>
          <c:orientation val="minMax"/>
        </c:scaling>
        <c:delete val="0"/>
        <c:axPos val="r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2137388032"/>
        <c:crosses val="max"/>
        <c:crossBetween val="between"/>
      </c:val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legend>
      <c:legendPos val="t"/>
      <c:legendEntry>
        <c:idx val="2"/>
        <c:delete val="1"/>
      </c:legendEntry>
      <c:layout>
        <c:manualLayout>
          <c:xMode val="edge"/>
          <c:yMode val="edge"/>
          <c:x val="0.38036708407275699"/>
          <c:y val="0.14364451500856201"/>
          <c:w val="0.23339033665994499"/>
          <c:h val="6.8607484054638498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f9725f4-09bb-4901-97ad-4fde65ca8799}"/>
      </c:ext>
    </c:extLst>
  </c:chart>
  <c:spPr>
    <a:pattFill prst="dotGrid">
      <a:fgClr>
        <a:schemeClr val="bg1">
          <a:lumMod val="95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en-US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zh-CN" altLang="en-US" sz="1400" dirty="0"/>
              <a:t>流水线备件耗用趋势及分析</a:t>
            </a:r>
          </a:p>
        </c:rich>
      </c:tx>
      <c:layout>
        <c:manualLayout>
          <c:xMode val="edge"/>
          <c:yMode val="edge"/>
          <c:x val="0.26299051710688098"/>
          <c:y val="4.3874238896617498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 defTabSz="914400">
            <a:defRPr lang="zh-CN" sz="1400" b="1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51939108725141E-2"/>
          <c:y val="0.26884478144513801"/>
          <c:w val="0.86601630362154203"/>
          <c:h val="0.609924174843889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月总</c:v>
                </c:pt>
              </c:strCache>
            </c:strRef>
          </c:tx>
          <c:spPr>
            <a:solidFill>
              <a:srgbClr val="C94D4D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Sheet1!$A$5:$A$56</c:f>
              <c:strCache>
                <c:ptCount val="14"/>
                <c:pt idx="0">
                  <c:v>4月</c:v>
                </c:pt>
                <c:pt idx="1">
                  <c:v>5日</c:v>
                </c:pt>
                <c:pt idx="2">
                  <c:v>W17</c:v>
                </c:pt>
                <c:pt idx="3">
                  <c:v>W18</c:v>
                </c:pt>
                <c:pt idx="4">
                  <c:v>W19</c:v>
                </c:pt>
                <c:pt idx="5">
                  <c:v>W20</c:v>
                </c:pt>
                <c:pt idx="6">
                  <c:v>08日</c:v>
                </c:pt>
                <c:pt idx="7">
                  <c:v>09日</c:v>
                </c:pt>
                <c:pt idx="8">
                  <c:v>10日</c:v>
                </c:pt>
                <c:pt idx="9">
                  <c:v>11日</c:v>
                </c:pt>
                <c:pt idx="10">
                  <c:v>12日</c:v>
                </c:pt>
                <c:pt idx="11">
                  <c:v>13日</c:v>
                </c:pt>
                <c:pt idx="12">
                  <c:v>14日</c:v>
                </c:pt>
              </c:strCache>
            </c:strRef>
          </c:cat>
          <c:val>
            <c:numRef>
              <c:f>Sheet1!$B$5:$B$56</c:f>
              <c:numCache>
                <c:formatCode>General</c:formatCode>
                <c:ptCount val="14"/>
                <c:pt idx="0" formatCode="0_ ">
                  <c:v>6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CE-42EF-BEF6-684F5EFD8D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周总</c:v>
                </c:pt>
              </c:strCache>
            </c:strRef>
          </c:tx>
          <c:spPr>
            <a:solidFill>
              <a:srgbClr val="D0A976">
                <a:lumMod val="75000"/>
              </a:srgbClr>
            </a:solidFill>
            <a:ln w="15875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Sheet1!$A$5:$A$56</c:f>
              <c:strCache>
                <c:ptCount val="14"/>
                <c:pt idx="0">
                  <c:v>4月</c:v>
                </c:pt>
                <c:pt idx="1">
                  <c:v>5日</c:v>
                </c:pt>
                <c:pt idx="2">
                  <c:v>W17</c:v>
                </c:pt>
                <c:pt idx="3">
                  <c:v>W18</c:v>
                </c:pt>
                <c:pt idx="4">
                  <c:v>W19</c:v>
                </c:pt>
                <c:pt idx="5">
                  <c:v>W20</c:v>
                </c:pt>
                <c:pt idx="6">
                  <c:v>08日</c:v>
                </c:pt>
                <c:pt idx="7">
                  <c:v>09日</c:v>
                </c:pt>
                <c:pt idx="8">
                  <c:v>10日</c:v>
                </c:pt>
                <c:pt idx="9">
                  <c:v>11日</c:v>
                </c:pt>
                <c:pt idx="10">
                  <c:v>12日</c:v>
                </c:pt>
                <c:pt idx="11">
                  <c:v>13日</c:v>
                </c:pt>
                <c:pt idx="12">
                  <c:v>14日</c:v>
                </c:pt>
              </c:strCache>
            </c:strRef>
          </c:cat>
          <c:val>
            <c:numRef>
              <c:f>Sheet1!$C$5:$C$56</c:f>
              <c:numCache>
                <c:formatCode>General</c:formatCode>
                <c:ptCount val="14"/>
                <c:pt idx="2" formatCode="0_);[Red]\(0\)">
                  <c:v>2</c:v>
                </c:pt>
                <c:pt idx="3" formatCode="0_);[Red]\(0\)">
                  <c:v>3</c:v>
                </c:pt>
                <c:pt idx="4" formatCode="0_);[Red]\(0\)">
                  <c:v>1</c:v>
                </c:pt>
                <c:pt idx="5" formatCode="0_);[Red]\(0\)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CE-42EF-BEF6-684F5EFD8D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93835280"/>
        <c:axId val="690763760"/>
      </c:barChart>
      <c:lineChart>
        <c:grouping val="standard"/>
        <c:varyColors val="0"/>
        <c:ser>
          <c:idx val="2"/>
          <c:order val="2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317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Sheet1!$A$5:$A$56</c:f>
              <c:strCache>
                <c:ptCount val="14"/>
                <c:pt idx="0">
                  <c:v>4月</c:v>
                </c:pt>
                <c:pt idx="1">
                  <c:v>5日</c:v>
                </c:pt>
                <c:pt idx="2">
                  <c:v>W17</c:v>
                </c:pt>
                <c:pt idx="3">
                  <c:v>W18</c:v>
                </c:pt>
                <c:pt idx="4">
                  <c:v>W19</c:v>
                </c:pt>
                <c:pt idx="5">
                  <c:v>W20</c:v>
                </c:pt>
                <c:pt idx="6">
                  <c:v>08日</c:v>
                </c:pt>
                <c:pt idx="7">
                  <c:v>09日</c:v>
                </c:pt>
                <c:pt idx="8">
                  <c:v>10日</c:v>
                </c:pt>
                <c:pt idx="9">
                  <c:v>11日</c:v>
                </c:pt>
                <c:pt idx="10">
                  <c:v>12日</c:v>
                </c:pt>
                <c:pt idx="11">
                  <c:v>13日</c:v>
                </c:pt>
                <c:pt idx="12">
                  <c:v>14日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CE-42EF-BEF6-684F5EFD8D03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每日</c:v>
                </c:pt>
              </c:strCache>
            </c:strRef>
          </c:tx>
          <c:spPr>
            <a:ln w="31750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Sheet1!$A$5:$A$56</c:f>
              <c:strCache>
                <c:ptCount val="14"/>
                <c:pt idx="0">
                  <c:v>4月</c:v>
                </c:pt>
                <c:pt idx="1">
                  <c:v>5日</c:v>
                </c:pt>
                <c:pt idx="2">
                  <c:v>W17</c:v>
                </c:pt>
                <c:pt idx="3">
                  <c:v>W18</c:v>
                </c:pt>
                <c:pt idx="4">
                  <c:v>W19</c:v>
                </c:pt>
                <c:pt idx="5">
                  <c:v>W20</c:v>
                </c:pt>
                <c:pt idx="6">
                  <c:v>08日</c:v>
                </c:pt>
                <c:pt idx="7">
                  <c:v>09日</c:v>
                </c:pt>
                <c:pt idx="8">
                  <c:v>10日</c:v>
                </c:pt>
                <c:pt idx="9">
                  <c:v>11日</c:v>
                </c:pt>
                <c:pt idx="10">
                  <c:v>12日</c:v>
                </c:pt>
                <c:pt idx="11">
                  <c:v>13日</c:v>
                </c:pt>
                <c:pt idx="12">
                  <c:v>14日</c:v>
                </c:pt>
              </c:strCache>
            </c:strRef>
          </c:cat>
          <c:val>
            <c:numRef>
              <c:f>Sheet1!$D$5:$D$56</c:f>
              <c:numCache>
                <c:formatCode>General</c:formatCode>
                <c:ptCount val="14"/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CCE-42EF-BEF6-684F5EFD8D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11597664"/>
        <c:axId val="811600384"/>
      </c:lineChart>
      <c:catAx>
        <c:axId val="6938352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690763760"/>
        <c:crosses val="autoZero"/>
        <c:auto val="1"/>
        <c:lblAlgn val="ctr"/>
        <c:lblOffset val="100"/>
        <c:noMultiLvlLbl val="0"/>
      </c:catAx>
      <c:valAx>
        <c:axId val="690763760"/>
        <c:scaling>
          <c:orientation val="minMax"/>
        </c:scaling>
        <c:delete val="0"/>
        <c:axPos val="l"/>
        <c:numFmt formatCode="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693835280"/>
        <c:crosses val="autoZero"/>
        <c:crossBetween val="between"/>
        <c:majorUnit val="1"/>
      </c:valAx>
      <c:catAx>
        <c:axId val="81159766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11600384"/>
        <c:crosses val="autoZero"/>
        <c:auto val="1"/>
        <c:lblAlgn val="ctr"/>
        <c:lblOffset val="100"/>
        <c:noMultiLvlLbl val="0"/>
      </c:catAx>
      <c:valAx>
        <c:axId val="811600384"/>
        <c:scaling>
          <c:orientation val="minMax"/>
        </c:scaling>
        <c:delete val="0"/>
        <c:axPos val="r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endParaRPr lang="en-US"/>
          </a:p>
        </c:txPr>
        <c:crossAx val="811597664"/>
        <c:crosses val="max"/>
        <c:crossBetween val="between"/>
      </c:val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legend>
      <c:legendPos val="t"/>
      <c:legendEntry>
        <c:idx val="2"/>
        <c:delete val="1"/>
      </c:legendEntry>
      <c:layout>
        <c:manualLayout>
          <c:xMode val="edge"/>
          <c:yMode val="edge"/>
          <c:x val="0.38287056112421702"/>
          <c:y val="0.14364451500856201"/>
          <c:w val="0.23339033665994499"/>
          <c:h val="6.8607484054638498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9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f9725f4-09bb-4901-97ad-4fde65ca8799}"/>
      </c:ext>
    </c:extLst>
  </c:chart>
  <c:spPr>
    <a:pattFill prst="dotGrid">
      <a:fgClr>
        <a:schemeClr val="bg1">
          <a:lumMod val="95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/>
          <a:lstStyle>
            <a:lvl1pPr algn="r">
              <a:defRPr sz="1300"/>
            </a:lvl1pPr>
          </a:lstStyle>
          <a:p>
            <a:fld id="{466DE70C-3282-497B-89AC-2DEEF462EAA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/>
          <a:lstStyle>
            <a:lvl1pPr algn="r">
              <a:defRPr sz="1300"/>
            </a:lvl1pPr>
          </a:lstStyle>
          <a:p>
            <a:fld id="{B4543BAA-18D8-4889-B4D7-1E659934FE8F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16739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1674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4545" indent="-30924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382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7335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2288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7235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2188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7141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2094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F1C8337-08D9-41DB-BD7E-4E00969EFF49}" type="slidenum">
              <a:rPr lang="zh-CN" altLang="en-US"/>
              <a:t>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18787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1878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4545" indent="-30924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382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7335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2288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7235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2188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7141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2094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0E4F9DD-F4DB-4B5A-BC48-0ACCD9F6B4BA}" type="slidenum">
              <a:rPr lang="zh-CN" altLang="en-US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18787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1878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4545" indent="-30924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382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7335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2288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7235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2188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7141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2094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0E4F9DD-F4DB-4B5A-BC48-0ACCD9F6B4BA}" type="slidenum">
              <a:rPr lang="zh-CN" altLang="en-US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19811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1981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4545" indent="-30924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382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7335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2288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7235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2188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7141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2094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D2E0486-3BE5-4972-959F-767CAE7F07C1}" type="slidenum">
              <a:rPr lang="zh-CN" altLang="en-US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19811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1981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4545" indent="-30924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382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7335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2288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7235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2188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7141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2094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D2E0486-3BE5-4972-959F-767CAE7F07C1}" type="slidenum">
              <a:rPr lang="zh-CN" altLang="en-US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43BAA-18D8-4889-B4D7-1E659934FE8F}" type="slidenum">
              <a:rPr lang="zh-CN" altLang="en-US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19811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导感告警</a:t>
            </a:r>
            <a:r>
              <a:rPr lang="en-US" altLang="zh-CN"/>
              <a:t> 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上读码组件通信失败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 举升电机异常  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>
                <a:sym typeface="+mn-ea"/>
              </a:rPr>
              <a:t>导航库告警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：</a:t>
            </a:r>
            <a:r>
              <a:rPr lang="en-US" altLang="zh-CN"/>
              <a:t>AGV不在码上</a:t>
            </a:r>
            <a:r>
              <a:rPr lang="zh-CN" altLang="en-US"/>
              <a:t>，</a:t>
            </a:r>
            <a:r>
              <a:rPr lang="en-US" altLang="zh-CN">
                <a:sym typeface="+mn-ea"/>
              </a:rPr>
              <a:t>激光传感器异常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走偏告警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主控告警</a:t>
            </a:r>
            <a:r>
              <a:rPr lang="en-US" altLang="zh-CN"/>
              <a:t> </a:t>
            </a:r>
            <a:r>
              <a:rPr lang="zh-CN" altLang="en-US"/>
              <a:t>：</a:t>
            </a:r>
            <a:r>
              <a:rPr lang="en-US" altLang="zh-CN"/>
              <a:t>平台失联</a:t>
            </a:r>
          </a:p>
        </p:txBody>
      </p:sp>
      <p:sp>
        <p:nvSpPr>
          <p:cNvPr id="11981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4545" indent="-30924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382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7335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2288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7235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2188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7141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2094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D2E0486-3BE5-4972-959F-767CAE7F07C1}" type="slidenum">
              <a:rPr lang="zh-CN" altLang="en-US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43BAA-18D8-4889-B4D7-1E659934FE8F}" type="slidenum">
              <a:rPr lang="zh-CN" altLang="en-US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43BAA-18D8-4889-B4D7-1E659934FE8F}" type="slidenum">
              <a:rPr lang="zh-CN" altLang="en-US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19811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1981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4545" indent="-30924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382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7335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228850" indent="-2476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7235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2188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7141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209415" indent="-2476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D2E0486-3BE5-4972-959F-767CAE7F07C1}" type="slidenum">
              <a:rPr lang="zh-CN" altLang="en-US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43BAA-18D8-4889-B4D7-1E659934FE8F}" type="slidenum">
              <a:rPr lang="zh-CN" altLang="en-US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43BAA-18D8-4889-B4D7-1E659934FE8F}" type="slidenum">
              <a:rPr lang="zh-CN" altLang="en-US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43BAA-18D8-4889-B4D7-1E659934FE8F}" type="slidenum">
              <a:rPr lang="zh-CN" altLang="en-US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542784"/>
            <a:ext cx="393700" cy="44146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00050" y="542805"/>
            <a:ext cx="152400" cy="441460"/>
          </a:xfrm>
          <a:prstGeom prst="rect">
            <a:avLst/>
          </a:prstGeom>
          <a:solidFill>
            <a:srgbClr val="1B3B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612417" y="6526571"/>
            <a:ext cx="446314" cy="330522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B92C2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80B2C5B-8AB1-4DA3-99BC-3D3B894F118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542784"/>
            <a:ext cx="393700" cy="44146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00050" y="542805"/>
            <a:ext cx="152400" cy="441460"/>
          </a:xfrm>
          <a:prstGeom prst="rect">
            <a:avLst/>
          </a:prstGeom>
          <a:solidFill>
            <a:srgbClr val="1B3B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 userDrawn="1"/>
        </p:nvSpPr>
        <p:spPr>
          <a:xfrm>
            <a:off x="9818914" y="206829"/>
            <a:ext cx="2188029" cy="870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标题 1"/>
          <p:cNvSpPr txBox="1"/>
          <p:nvPr userDrawn="1"/>
        </p:nvSpPr>
        <p:spPr>
          <a:xfrm>
            <a:off x="354806" y="3145231"/>
            <a:ext cx="9953966" cy="87085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</a:pPr>
            <a:r>
              <a:rPr lang="zh-CN" altLang="en-US" sz="1600" noProof="1"/>
              <a:t>部门</a:t>
            </a:r>
            <a:r>
              <a:rPr lang="en-US" altLang="zh-CN" sz="1600" noProof="1"/>
              <a:t>XXX    XXXX</a:t>
            </a:r>
            <a:r>
              <a:rPr lang="zh-CN" altLang="en-US" sz="1600" noProof="1"/>
              <a:t>年</a:t>
            </a:r>
            <a:r>
              <a:rPr lang="en-US" altLang="zh-CN" sz="1600" noProof="1"/>
              <a:t>XX</a:t>
            </a:r>
            <a:r>
              <a:rPr lang="zh-CN" altLang="en-US" sz="1600" noProof="1"/>
              <a:t>月</a:t>
            </a:r>
            <a:r>
              <a:rPr lang="en-US" altLang="zh-CN" sz="1600" noProof="1"/>
              <a:t>XX</a:t>
            </a:r>
            <a:r>
              <a:rPr lang="zh-CN" altLang="en-US" sz="1600" noProof="1"/>
              <a:t>日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1"/>
            <a:ext cx="12195573" cy="6857421"/>
          </a:xfrm>
          <a:custGeom>
            <a:avLst/>
            <a:gdLst/>
            <a:ahLst/>
            <a:cxnLst/>
            <a:rect l="l" t="t" r="r" b="b"/>
            <a:pathLst>
              <a:path w="10836275" h="7524115">
                <a:moveTo>
                  <a:pt x="10835995" y="0"/>
                </a:moveTo>
                <a:lnTo>
                  <a:pt x="0" y="0"/>
                </a:lnTo>
                <a:lnTo>
                  <a:pt x="0" y="7524000"/>
                </a:lnTo>
                <a:lnTo>
                  <a:pt x="10835995" y="7524000"/>
                </a:lnTo>
                <a:lnTo>
                  <a:pt x="10835995" y="0"/>
                </a:lnTo>
                <a:close/>
              </a:path>
            </a:pathLst>
          </a:custGeom>
          <a:solidFill>
            <a:srgbClr val="B836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35" b="0" i="0">
                <a:solidFill>
                  <a:schemeClr val="bg1"/>
                </a:solidFill>
                <a:latin typeface="思源黑体 Medium"/>
                <a:cs typeface="思源黑体 Medium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3" y="432077"/>
            <a:ext cx="10852237" cy="648113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12192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67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3" y="1296227"/>
            <a:ext cx="10852237" cy="504223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335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335"/>
              </a:spcAft>
              <a:buFont typeface="Arial" panose="020B0604020202020204" pitchFamily="34" charset="0"/>
              <a:buChar char="•"/>
              <a:tabLst>
                <a:tab pos="214566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335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335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335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542784"/>
            <a:ext cx="393700" cy="44146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00050" y="542805"/>
            <a:ext cx="152400" cy="441460"/>
          </a:xfrm>
          <a:prstGeom prst="rect">
            <a:avLst/>
          </a:prstGeom>
          <a:solidFill>
            <a:srgbClr val="1B3B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612417" y="6526571"/>
            <a:ext cx="446314" cy="330522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B92C2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80B2C5B-8AB1-4DA3-99BC-3D3B894F118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542784"/>
            <a:ext cx="393700" cy="44146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400050" y="542805"/>
            <a:ext cx="152400" cy="441460"/>
          </a:xfrm>
          <a:prstGeom prst="rect">
            <a:avLst/>
          </a:prstGeom>
          <a:solidFill>
            <a:srgbClr val="1B3B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Times New Roman" panose="02020603050405020304" pitchFamily="18" charset="0"/>
              <a:ea typeface="微软雅黑" panose="020B050302020402020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 userDrawn="1"/>
        </p:nvSpPr>
        <p:spPr>
          <a:xfrm>
            <a:off x="9818914" y="206829"/>
            <a:ext cx="2188029" cy="870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0" name="标题 1"/>
          <p:cNvSpPr txBox="1"/>
          <p:nvPr userDrawn="1"/>
        </p:nvSpPr>
        <p:spPr>
          <a:xfrm>
            <a:off x="354806" y="3145231"/>
            <a:ext cx="9953966" cy="87085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</a:pPr>
            <a:r>
              <a:rPr lang="zh-CN" altLang="en-US" sz="1600" noProof="1"/>
              <a:t>部门</a:t>
            </a:r>
            <a:r>
              <a:rPr lang="en-US" altLang="zh-CN" sz="1600" noProof="1"/>
              <a:t>XXX    XXXX</a:t>
            </a:r>
            <a:r>
              <a:rPr lang="zh-CN" altLang="en-US" sz="1600" noProof="1"/>
              <a:t>年</a:t>
            </a:r>
            <a:r>
              <a:rPr lang="en-US" altLang="zh-CN" sz="1600" noProof="1"/>
              <a:t>XX</a:t>
            </a:r>
            <a:r>
              <a:rPr lang="zh-CN" altLang="en-US" sz="1600" noProof="1"/>
              <a:t>月</a:t>
            </a:r>
            <a:r>
              <a:rPr lang="en-US" altLang="zh-CN" sz="1600" noProof="1"/>
              <a:t>XX</a:t>
            </a:r>
            <a:r>
              <a:rPr lang="zh-CN" altLang="en-US" sz="1600" noProof="1"/>
              <a:t>日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1"/>
            <a:ext cx="12195573" cy="6857421"/>
          </a:xfrm>
          <a:custGeom>
            <a:avLst/>
            <a:gdLst/>
            <a:ahLst/>
            <a:cxnLst/>
            <a:rect l="l" t="t" r="r" b="b"/>
            <a:pathLst>
              <a:path w="10836275" h="7524115">
                <a:moveTo>
                  <a:pt x="10835995" y="0"/>
                </a:moveTo>
                <a:lnTo>
                  <a:pt x="0" y="0"/>
                </a:lnTo>
                <a:lnTo>
                  <a:pt x="0" y="7524000"/>
                </a:lnTo>
                <a:lnTo>
                  <a:pt x="10835995" y="7524000"/>
                </a:lnTo>
                <a:lnTo>
                  <a:pt x="10835995" y="0"/>
                </a:lnTo>
                <a:close/>
              </a:path>
            </a:pathLst>
          </a:custGeom>
          <a:solidFill>
            <a:srgbClr val="B83638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35" b="0" i="0">
                <a:solidFill>
                  <a:schemeClr val="bg1"/>
                </a:solidFill>
                <a:latin typeface="思源黑体 Medium"/>
                <a:cs typeface="思源黑体 Medium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3" y="432077"/>
            <a:ext cx="10852237" cy="648113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12192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67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3" y="1296227"/>
            <a:ext cx="10852237" cy="504223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335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335"/>
              </a:spcAft>
              <a:buFont typeface="Arial" panose="020B0604020202020204" pitchFamily="34" charset="0"/>
              <a:buChar char="•"/>
              <a:tabLst>
                <a:tab pos="214566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335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335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1219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335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467215" y="146050"/>
            <a:ext cx="2601595" cy="4394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467215" y="146050"/>
            <a:ext cx="2601595" cy="4394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chart" Target="../charts/chart15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chart" Target="../charts/chart14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3.png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0" t="19101" r="2420" b="23264"/>
          <a:stretch>
            <a:fillRect/>
          </a:stretch>
        </p:blipFill>
        <p:spPr>
          <a:xfrm flipH="1">
            <a:off x="0" y="0"/>
            <a:ext cx="12192000" cy="431509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1588" y="4315089"/>
            <a:ext cx="12203113" cy="120131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latin typeface="Roboto Slab" pitchFamily="2" charset="0"/>
              <a:ea typeface="黑体" panose="02010609060101010101" charset="-122"/>
              <a:sym typeface="Roboto Slab" pitchFamily="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3212" y="4733377"/>
            <a:ext cx="115855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err="1">
                <a:latin typeface="黑体" panose="02010609060101010101" charset="-122"/>
                <a:ea typeface="黑体" panose="02010609060101010101" charset="-122"/>
                <a:sym typeface="Roboto Slab" pitchFamily="2" charset="0"/>
              </a:rPr>
              <a:t>NUSA</a:t>
            </a:r>
            <a:r>
              <a:rPr lang="zh-CN" altLang="zh-CN" sz="3600" b="1" dirty="0" err="1">
                <a:latin typeface="黑体" panose="02010609060101010101" charset="-122"/>
                <a:ea typeface="黑体" panose="02010609060101010101" charset="-122"/>
                <a:sym typeface="Roboto Slab" pitchFamily="2" charset="0"/>
              </a:rPr>
              <a:t>智能物流</a:t>
            </a:r>
            <a:r>
              <a:rPr lang="en-US" altLang="zh-CN" sz="3600" b="1" dirty="0">
                <a:latin typeface="黑体" panose="02010609060101010101" charset="-122"/>
                <a:ea typeface="黑体" panose="02010609060101010101" charset="-122"/>
                <a:sym typeface="Roboto Slab" pitchFamily="2" charset="0"/>
              </a:rPr>
              <a:t>（21</a:t>
            </a:r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  <a:sym typeface="Roboto Slab" pitchFamily="2" charset="0"/>
              </a:rPr>
              <a:t>）</a:t>
            </a:r>
            <a:r>
              <a:rPr lang="en-US" altLang="zh-CN" sz="3600" b="1" dirty="0">
                <a:latin typeface="黑体" panose="02010609060101010101" charset="-122"/>
                <a:ea typeface="黑体" panose="02010609060101010101" charset="-122"/>
                <a:sym typeface="Roboto Slab" pitchFamily="2" charset="0"/>
              </a:rPr>
              <a:t>周报</a:t>
            </a:r>
            <a:endParaRPr lang="en-US" altLang="zh-CN" sz="2800" b="1" dirty="0">
              <a:latin typeface="Roboto Slab" pitchFamily="2" charset="0"/>
              <a:ea typeface="黑体" panose="02010609060101010101" charset="-122"/>
              <a:sym typeface="Roboto Slab" pitchFamily="2" charset="0"/>
            </a:endParaRPr>
          </a:p>
          <a:p>
            <a:r>
              <a:rPr lang="zh-CN" altLang="en-US" dirty="0">
                <a:latin typeface="Roboto Slab" pitchFamily="2" charset="0"/>
                <a:ea typeface="黑体" panose="02010609060101010101" charset="-122"/>
                <a:cs typeface="Arial" panose="020B0604020202020204" pitchFamily="34" charset="0"/>
                <a:sym typeface="Roboto Slab" pitchFamily="2" charset="0"/>
              </a:rPr>
              <a:t>部门   智能制造科</a:t>
            </a:r>
            <a:r>
              <a:rPr lang="en-US" altLang="zh-CN" dirty="0">
                <a:latin typeface="Roboto Slab" pitchFamily="2" charset="0"/>
                <a:ea typeface="黑体" panose="02010609060101010101" charset="-122"/>
                <a:cs typeface="Arial" panose="020B0604020202020204" pitchFamily="34" charset="0"/>
                <a:sym typeface="Roboto Slab" pitchFamily="2" charset="0"/>
              </a:rPr>
              <a:t>        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2026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年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5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月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22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日</a:t>
            </a:r>
            <a:endParaRPr lang="en-US" altLang="zh-CN" sz="36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Roboto Slab" pitchFamily="2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618228" y="6461171"/>
            <a:ext cx="2359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Roboto Slab" pitchFamily="2" charset="0"/>
                <a:ea typeface="黑体" panose="02010609060101010101" charset="-122"/>
                <a:cs typeface="Arial" panose="020B0604020202020204" pitchFamily="34" charset="0"/>
                <a:sym typeface="Roboto Slab" pitchFamily="2" charset="0"/>
              </a:rPr>
              <a:t>www.nusa-solar.com</a:t>
            </a:r>
          </a:p>
        </p:txBody>
      </p:sp>
      <p:pic>
        <p:nvPicPr>
          <p:cNvPr id="2" name="图片 1" descr="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497378" y="153670"/>
            <a:ext cx="2601595" cy="438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4" r="34382"/>
          <a:stretch>
            <a:fillRect/>
          </a:stretch>
        </p:blipFill>
        <p:spPr>
          <a:xfrm>
            <a:off x="0" y="0"/>
            <a:ext cx="5377543" cy="6856413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1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5895975" y="1186180"/>
            <a:ext cx="5758815" cy="57321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b="1" dirty="0">
                <a:latin typeface="黑体" panose="02010609060101010101" charset="-122"/>
                <a:ea typeface="黑体" panose="02010609060101010101" charset="-122"/>
                <a:sym typeface="Roboto Slab" pitchFamily="2" charset="0"/>
              </a:rPr>
              <a:t>智能物流</a:t>
            </a:r>
            <a:r>
              <a:rPr lang="zh-CN" altLang="en-US" sz="18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项目周报</a:t>
            </a:r>
            <a:endParaRPr lang="zh-CN" altLang="en-US" sz="18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Roboto Slab" pitchFamily="2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本周工作总结及下周工作计划</a:t>
            </a:r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3.</a:t>
            </a:r>
            <a:r>
              <a:rPr lang="zh-CN" altLang="en-US" sz="1800" b="1" dirty="0">
                <a:ea typeface="黑体" panose="02010609060101010101" charset="-122"/>
                <a:cs typeface="Calibri" panose="020F0502020204030204" pitchFamily="34" charset="0"/>
                <a:sym typeface="Roboto Slab" pitchFamily="2" charset="0"/>
              </a:rPr>
              <a:t>AGV</a:t>
            </a:r>
            <a:r>
              <a:rPr lang="zh-CN" altLang="en-US" sz="18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任务量，开动率和</a:t>
            </a:r>
            <a:r>
              <a:rPr lang="en-US" altLang="zh-CN" sz="18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故障率</a:t>
            </a:r>
            <a:endParaRPr lang="zh-CN" altLang="en-US" sz="18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Roboto Slab" pitchFamily="2" charset="0"/>
            </a:endParaRPr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4.服务器CPU/内存占用</a:t>
            </a:r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5.AGV</a:t>
            </a:r>
            <a:r>
              <a:rPr lang="zh-CN" altLang="en-US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和流水线点检内容</a:t>
            </a:r>
            <a:endParaRPr lang="en-US" altLang="zh-CN" sz="18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Roboto Slab" pitchFamily="2" charset="0"/>
            </a:endParaRPr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6.AGV</a:t>
            </a:r>
            <a:r>
              <a:rPr lang="zh-CN" altLang="en-US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告警统计</a:t>
            </a:r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7.</a:t>
            </a:r>
            <a:r>
              <a:rPr lang="zh-CN" altLang="en-US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接驳台告警统计</a:t>
            </a:r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8.AGV</a:t>
            </a:r>
            <a:r>
              <a:rPr lang="zh-CN" altLang="en-US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和流水线</a:t>
            </a:r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9.</a:t>
            </a:r>
            <a:r>
              <a:rPr lang="zh-CN" altLang="en-US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备件耗用统计</a:t>
            </a:r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10.</a:t>
            </a:r>
            <a:r>
              <a:rPr lang="zh-CN" altLang="en-US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本周工作情况记录</a:t>
            </a:r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11.</a:t>
            </a:r>
            <a:r>
              <a:rPr lang="zh-CN" altLang="en-US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流水线异常统计</a:t>
            </a:r>
            <a:endParaRPr lang="en-US" altLang="zh-CN" sz="18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Roboto Slab" pitchFamily="2" charset="0"/>
            </a:endParaRPr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12.</a:t>
            </a:r>
            <a:r>
              <a:rPr lang="zh-CN" altLang="en-US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备件耗用统计</a:t>
            </a:r>
            <a:endParaRPr lang="en-US" altLang="zh-CN" sz="18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Roboto Slab" pitchFamily="2" charset="0"/>
            </a:endParaRPr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en-US" altLang="zh-CN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13.</a:t>
            </a:r>
            <a:r>
              <a:rPr lang="zh-CN" altLang="en-US" sz="1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技术员工作和培训总结</a:t>
            </a:r>
            <a:endParaRPr lang="en-US" altLang="zh-CN" sz="18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Roboto Slab" pitchFamily="2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 altLang="zh-CN" sz="18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Roboto Slab" pitchFamily="2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852795" y="574675"/>
            <a:ext cx="2404110" cy="701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目 录</a:t>
            </a:r>
          </a:p>
        </p:txBody>
      </p:sp>
      <p:sp>
        <p:nvSpPr>
          <p:cNvPr id="43" name="矩形 42"/>
          <p:cNvSpPr/>
          <p:nvPr/>
        </p:nvSpPr>
        <p:spPr>
          <a:xfrm>
            <a:off x="6754091" y="1186362"/>
            <a:ext cx="2259280" cy="90052"/>
          </a:xfrm>
          <a:prstGeom prst="rect">
            <a:avLst/>
          </a:prstGeom>
          <a:solidFill>
            <a:srgbClr val="00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92C2C"/>
              </a:solidFill>
              <a:latin typeface="Roboto Slab" pitchFamily="2" charset="0"/>
              <a:ea typeface="黑体" panose="02010609060101010101" charset="-122"/>
              <a:sym typeface="Roboto Slab" pitchFamily="2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896200" y="1186361"/>
            <a:ext cx="1291999" cy="9005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92C2C"/>
              </a:solidFill>
              <a:latin typeface="Roboto Slab" pitchFamily="2" charset="0"/>
              <a:ea typeface="黑体" panose="02010609060101010101" charset="-122"/>
              <a:sym typeface="Roboto Slab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2C5B-8AB1-4DA3-99BC-3D3B894F118F}" type="slidenum">
              <a:rPr lang="zh-CN" altLang="en-US" smtClean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2</a:t>
            </a:fld>
            <a:endParaRPr lang="zh-CN" altLang="en-US" dirty="0">
              <a:latin typeface="Roboto Slab" pitchFamily="2" charset="0"/>
              <a:ea typeface="黑体" panose="02010609060101010101" charset="-122"/>
              <a:sym typeface="Roboto Slab" pitchFamily="2" charset="0"/>
            </a:endParaRPr>
          </a:p>
        </p:txBody>
      </p:sp>
      <p:sp>
        <p:nvSpPr>
          <p:cNvPr id="26" name="标题 3"/>
          <p:cNvSpPr txBox="1"/>
          <p:nvPr/>
        </p:nvSpPr>
        <p:spPr>
          <a:xfrm>
            <a:off x="576943" y="653415"/>
            <a:ext cx="6576332" cy="3905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sym typeface="Roboto Slab" pitchFamily="2" charset="0"/>
              </a:rPr>
              <a:t>一、智能物流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项目周报</a:t>
            </a:r>
            <a:endParaRPr lang="zh-CN" altLang="en-US" sz="2400" b="1" dirty="0">
              <a:latin typeface="Roboto Slab" pitchFamily="2" charset="0"/>
              <a:ea typeface="黑体" panose="02010609060101010101" charset="-122"/>
              <a:sym typeface="Roboto Slab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60" y="1117600"/>
            <a:ext cx="11269980" cy="53206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MH_Other_7"/>
          <p:cNvSpPr/>
          <p:nvPr>
            <p:custDataLst>
              <p:tags r:id="rId2"/>
            </p:custDataLst>
          </p:nvPr>
        </p:nvSpPr>
        <p:spPr bwMode="auto">
          <a:xfrm>
            <a:off x="1889281" y="1968500"/>
            <a:ext cx="398462" cy="396875"/>
          </a:xfrm>
          <a:custGeom>
            <a:avLst/>
            <a:gdLst>
              <a:gd name="T0" fmla="*/ 984018 w 1589088"/>
              <a:gd name="T1" fmla="*/ 589506 h 1589088"/>
              <a:gd name="T2" fmla="*/ 955171 w 1589088"/>
              <a:gd name="T3" fmla="*/ 645802 h 1589088"/>
              <a:gd name="T4" fmla="*/ 898294 w 1589088"/>
              <a:gd name="T5" fmla="*/ 673272 h 1589088"/>
              <a:gd name="T6" fmla="*/ 881422 w 1589088"/>
              <a:gd name="T7" fmla="*/ 964824 h 1589088"/>
              <a:gd name="T8" fmla="*/ 873530 w 1589088"/>
              <a:gd name="T9" fmla="*/ 1040159 h 1589088"/>
              <a:gd name="T10" fmla="*/ 824817 w 1589088"/>
              <a:gd name="T11" fmla="*/ 1084490 h 1589088"/>
              <a:gd name="T12" fmla="*/ 756238 w 1589088"/>
              <a:gd name="T13" fmla="*/ 1088026 h 1589088"/>
              <a:gd name="T14" fmla="*/ 703444 w 1589088"/>
              <a:gd name="T15" fmla="*/ 1048590 h 1589088"/>
              <a:gd name="T16" fmla="*/ 686571 w 1589088"/>
              <a:gd name="T17" fmla="*/ 985493 h 1589088"/>
              <a:gd name="T18" fmla="*/ 486007 w 1589088"/>
              <a:gd name="T19" fmla="*/ 893024 h 1589088"/>
              <a:gd name="T20" fmla="*/ 398106 w 1589088"/>
              <a:gd name="T21" fmla="*/ 820680 h 1589088"/>
              <a:gd name="T22" fmla="*/ 402189 w 1589088"/>
              <a:gd name="T23" fmla="*/ 755134 h 1589088"/>
              <a:gd name="T24" fmla="*/ 446547 w 1589088"/>
              <a:gd name="T25" fmla="*/ 706452 h 1589088"/>
              <a:gd name="T26" fmla="*/ 514037 w 1589088"/>
              <a:gd name="T27" fmla="*/ 696389 h 1589088"/>
              <a:gd name="T28" fmla="*/ 570641 w 1589088"/>
              <a:gd name="T29" fmla="*/ 730385 h 1589088"/>
              <a:gd name="T30" fmla="*/ 593501 w 1589088"/>
              <a:gd name="T31" fmla="*/ 794027 h 1589088"/>
              <a:gd name="T32" fmla="*/ 818558 w 1589088"/>
              <a:gd name="T33" fmla="*/ 648522 h 1589088"/>
              <a:gd name="T34" fmla="*/ 785901 w 1589088"/>
              <a:gd name="T35" fmla="*/ 575091 h 1589088"/>
              <a:gd name="T36" fmla="*/ 808761 w 1589088"/>
              <a:gd name="T37" fmla="*/ 511721 h 1589088"/>
              <a:gd name="T38" fmla="*/ 865365 w 1589088"/>
              <a:gd name="T39" fmla="*/ 477726 h 1589088"/>
              <a:gd name="T40" fmla="*/ 728574 w 1589088"/>
              <a:gd name="T41" fmla="*/ 144010 h 1589088"/>
              <a:gd name="T42" fmla="*/ 531280 w 1589088"/>
              <a:gd name="T43" fmla="*/ 182593 h 1589088"/>
              <a:gd name="T44" fmla="*/ 353281 w 1589088"/>
              <a:gd name="T45" fmla="*/ 288291 h 1589088"/>
              <a:gd name="T46" fmla="*/ 219577 w 1589088"/>
              <a:gd name="T47" fmla="*/ 451592 h 1589088"/>
              <a:gd name="T48" fmla="*/ 152454 w 1589088"/>
              <a:gd name="T49" fmla="*/ 642880 h 1589088"/>
              <a:gd name="T50" fmla="*/ 152454 w 1589088"/>
              <a:gd name="T51" fmla="*/ 843135 h 1589088"/>
              <a:gd name="T52" fmla="*/ 219577 w 1589088"/>
              <a:gd name="T53" fmla="*/ 1034422 h 1589088"/>
              <a:gd name="T54" fmla="*/ 353281 w 1589088"/>
              <a:gd name="T55" fmla="*/ 1197724 h 1589088"/>
              <a:gd name="T56" fmla="*/ 531280 w 1589088"/>
              <a:gd name="T57" fmla="*/ 1303421 h 1589088"/>
              <a:gd name="T58" fmla="*/ 728574 w 1589088"/>
              <a:gd name="T59" fmla="*/ 1341734 h 1589088"/>
              <a:gd name="T60" fmla="*/ 927227 w 1589088"/>
              <a:gd name="T61" fmla="*/ 1312931 h 1589088"/>
              <a:gd name="T62" fmla="*/ 1109302 w 1589088"/>
              <a:gd name="T63" fmla="*/ 1217015 h 1589088"/>
              <a:gd name="T64" fmla="*/ 1251431 w 1589088"/>
              <a:gd name="T65" fmla="*/ 1059964 h 1589088"/>
              <a:gd name="T66" fmla="*/ 1328065 w 1589088"/>
              <a:gd name="T67" fmla="*/ 871393 h 1589088"/>
              <a:gd name="T68" fmla="*/ 1337576 w 1589088"/>
              <a:gd name="T69" fmla="*/ 671410 h 1589088"/>
              <a:gd name="T70" fmla="*/ 1280237 w 1589088"/>
              <a:gd name="T71" fmla="*/ 477677 h 1589088"/>
              <a:gd name="T72" fmla="*/ 1155500 w 1589088"/>
              <a:gd name="T73" fmla="*/ 308670 h 1589088"/>
              <a:gd name="T74" fmla="*/ 981849 w 1589088"/>
              <a:gd name="T75" fmla="*/ 193462 h 1589088"/>
              <a:gd name="T76" fmla="*/ 785915 w 1589088"/>
              <a:gd name="T77" fmla="*/ 145640 h 1589088"/>
              <a:gd name="T78" fmla="*/ 902226 w 1589088"/>
              <a:gd name="T79" fmla="*/ 17390 h 1589088"/>
              <a:gd name="T80" fmla="*/ 1136207 w 1589088"/>
              <a:gd name="T81" fmla="*/ 112491 h 1589088"/>
              <a:gd name="T82" fmla="*/ 1320999 w 1589088"/>
              <a:gd name="T83" fmla="*/ 276063 h 1589088"/>
              <a:gd name="T84" fmla="*/ 1429702 w 1589088"/>
              <a:gd name="T85" fmla="*/ 459201 h 1589088"/>
              <a:gd name="T86" fmla="*/ 1481334 w 1589088"/>
              <a:gd name="T87" fmla="*/ 660270 h 1589088"/>
              <a:gd name="T88" fmla="*/ 1475356 w 1589088"/>
              <a:gd name="T89" fmla="*/ 866502 h 1589088"/>
              <a:gd name="T90" fmla="*/ 1412581 w 1589088"/>
              <a:gd name="T91" fmla="*/ 1064855 h 1589088"/>
              <a:gd name="T92" fmla="*/ 1892771 w 1589088"/>
              <a:gd name="T93" fmla="*/ 1636001 h 1589088"/>
              <a:gd name="T94" fmla="*/ 1896304 w 1589088"/>
              <a:gd name="T95" fmla="*/ 1759632 h 1589088"/>
              <a:gd name="T96" fmla="*/ 1783798 w 1589088"/>
              <a:gd name="T97" fmla="*/ 1885980 h 1589088"/>
              <a:gd name="T98" fmla="*/ 1662866 w 1589088"/>
              <a:gd name="T99" fmla="*/ 1900381 h 1589088"/>
              <a:gd name="T100" fmla="*/ 1104954 w 1589088"/>
              <a:gd name="T101" fmla="*/ 1391458 h 1589088"/>
              <a:gd name="T102" fmla="*/ 909835 w 1589088"/>
              <a:gd name="T103" fmla="*/ 1466451 h 1589088"/>
              <a:gd name="T104" fmla="*/ 704388 w 1589088"/>
              <a:gd name="T105" fmla="*/ 1484656 h 1589088"/>
              <a:gd name="T106" fmla="*/ 501116 w 1589088"/>
              <a:gd name="T107" fmla="*/ 1445528 h 1589088"/>
              <a:gd name="T108" fmla="*/ 313061 w 1589088"/>
              <a:gd name="T109" fmla="*/ 1349069 h 1589088"/>
              <a:gd name="T110" fmla="*/ 143758 w 1589088"/>
              <a:gd name="T111" fmla="*/ 1181965 h 1589088"/>
              <a:gd name="T112" fmla="*/ 30708 w 1589088"/>
              <a:gd name="T113" fmla="*/ 954538 h 1589088"/>
              <a:gd name="T114" fmla="*/ 815 w 1589088"/>
              <a:gd name="T115" fmla="*/ 707277 h 1589088"/>
              <a:gd name="T116" fmla="*/ 54351 w 1589088"/>
              <a:gd name="T117" fmla="*/ 463275 h 1589088"/>
              <a:gd name="T118" fmla="*/ 191315 w 1589088"/>
              <a:gd name="T119" fmla="*/ 245360 h 1589088"/>
              <a:gd name="T120" fmla="*/ 397577 w 1589088"/>
              <a:gd name="T121" fmla="*/ 85319 h 1589088"/>
              <a:gd name="T122" fmla="*/ 636177 w 1589088"/>
              <a:gd name="T123" fmla="*/ 7880 h 158908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589088" h="1589088">
                <a:moveTo>
                  <a:pt x="916859" y="288925"/>
                </a:moveTo>
                <a:lnTo>
                  <a:pt x="954088" y="332030"/>
                </a:lnTo>
                <a:lnTo>
                  <a:pt x="816067" y="450682"/>
                </a:lnTo>
                <a:lnTo>
                  <a:pt x="817430" y="454085"/>
                </a:lnTo>
                <a:lnTo>
                  <a:pt x="818338" y="457488"/>
                </a:lnTo>
                <a:lnTo>
                  <a:pt x="819246" y="461118"/>
                </a:lnTo>
                <a:lnTo>
                  <a:pt x="820381" y="464748"/>
                </a:lnTo>
                <a:lnTo>
                  <a:pt x="820835" y="468378"/>
                </a:lnTo>
                <a:lnTo>
                  <a:pt x="821289" y="472008"/>
                </a:lnTo>
                <a:lnTo>
                  <a:pt x="821743" y="475865"/>
                </a:lnTo>
                <a:lnTo>
                  <a:pt x="821743" y="479722"/>
                </a:lnTo>
                <a:lnTo>
                  <a:pt x="821743" y="483805"/>
                </a:lnTo>
                <a:lnTo>
                  <a:pt x="821289" y="487662"/>
                </a:lnTo>
                <a:lnTo>
                  <a:pt x="820835" y="491746"/>
                </a:lnTo>
                <a:lnTo>
                  <a:pt x="820154" y="495602"/>
                </a:lnTo>
                <a:lnTo>
                  <a:pt x="819246" y="499459"/>
                </a:lnTo>
                <a:lnTo>
                  <a:pt x="818338" y="503089"/>
                </a:lnTo>
                <a:lnTo>
                  <a:pt x="816976" y="506946"/>
                </a:lnTo>
                <a:lnTo>
                  <a:pt x="815840" y="510349"/>
                </a:lnTo>
                <a:lnTo>
                  <a:pt x="814251" y="513979"/>
                </a:lnTo>
                <a:lnTo>
                  <a:pt x="812662" y="517382"/>
                </a:lnTo>
                <a:lnTo>
                  <a:pt x="810619" y="520785"/>
                </a:lnTo>
                <a:lnTo>
                  <a:pt x="808803" y="523961"/>
                </a:lnTo>
                <a:lnTo>
                  <a:pt x="806760" y="527137"/>
                </a:lnTo>
                <a:lnTo>
                  <a:pt x="804263" y="530313"/>
                </a:lnTo>
                <a:lnTo>
                  <a:pt x="801993" y="533036"/>
                </a:lnTo>
                <a:lnTo>
                  <a:pt x="799496" y="535985"/>
                </a:lnTo>
                <a:lnTo>
                  <a:pt x="796772" y="538707"/>
                </a:lnTo>
                <a:lnTo>
                  <a:pt x="794048" y="541203"/>
                </a:lnTo>
                <a:lnTo>
                  <a:pt x="791324" y="543698"/>
                </a:lnTo>
                <a:lnTo>
                  <a:pt x="788146" y="545967"/>
                </a:lnTo>
                <a:lnTo>
                  <a:pt x="785194" y="548009"/>
                </a:lnTo>
                <a:lnTo>
                  <a:pt x="781789" y="550051"/>
                </a:lnTo>
                <a:lnTo>
                  <a:pt x="778611" y="552093"/>
                </a:lnTo>
                <a:lnTo>
                  <a:pt x="775433" y="553908"/>
                </a:lnTo>
                <a:lnTo>
                  <a:pt x="771801" y="555496"/>
                </a:lnTo>
                <a:lnTo>
                  <a:pt x="768396" y="556857"/>
                </a:lnTo>
                <a:lnTo>
                  <a:pt x="764537" y="558218"/>
                </a:lnTo>
                <a:lnTo>
                  <a:pt x="760905" y="559352"/>
                </a:lnTo>
                <a:lnTo>
                  <a:pt x="757046" y="560260"/>
                </a:lnTo>
                <a:lnTo>
                  <a:pt x="753413" y="560940"/>
                </a:lnTo>
                <a:lnTo>
                  <a:pt x="749327" y="561621"/>
                </a:lnTo>
                <a:lnTo>
                  <a:pt x="745241" y="562075"/>
                </a:lnTo>
                <a:lnTo>
                  <a:pt x="692121" y="754005"/>
                </a:lnTo>
                <a:lnTo>
                  <a:pt x="697343" y="756728"/>
                </a:lnTo>
                <a:lnTo>
                  <a:pt x="702110" y="759904"/>
                </a:lnTo>
                <a:lnTo>
                  <a:pt x="706650" y="763080"/>
                </a:lnTo>
                <a:lnTo>
                  <a:pt x="710963" y="766937"/>
                </a:lnTo>
                <a:lnTo>
                  <a:pt x="715049" y="770794"/>
                </a:lnTo>
                <a:lnTo>
                  <a:pt x="718908" y="774877"/>
                </a:lnTo>
                <a:lnTo>
                  <a:pt x="722313" y="779188"/>
                </a:lnTo>
                <a:lnTo>
                  <a:pt x="725718" y="783952"/>
                </a:lnTo>
                <a:lnTo>
                  <a:pt x="728670" y="788943"/>
                </a:lnTo>
                <a:lnTo>
                  <a:pt x="731167" y="793934"/>
                </a:lnTo>
                <a:lnTo>
                  <a:pt x="733437" y="799379"/>
                </a:lnTo>
                <a:lnTo>
                  <a:pt x="735253" y="804824"/>
                </a:lnTo>
                <a:lnTo>
                  <a:pt x="736615" y="810496"/>
                </a:lnTo>
                <a:lnTo>
                  <a:pt x="737750" y="816167"/>
                </a:lnTo>
                <a:lnTo>
                  <a:pt x="738431" y="822066"/>
                </a:lnTo>
                <a:lnTo>
                  <a:pt x="738658" y="828191"/>
                </a:lnTo>
                <a:lnTo>
                  <a:pt x="738658" y="832729"/>
                </a:lnTo>
                <a:lnTo>
                  <a:pt x="738431" y="836812"/>
                </a:lnTo>
                <a:lnTo>
                  <a:pt x="737523" y="840896"/>
                </a:lnTo>
                <a:lnTo>
                  <a:pt x="736842" y="844980"/>
                </a:lnTo>
                <a:lnTo>
                  <a:pt x="735934" y="849063"/>
                </a:lnTo>
                <a:lnTo>
                  <a:pt x="734799" y="852920"/>
                </a:lnTo>
                <a:lnTo>
                  <a:pt x="733664" y="856777"/>
                </a:lnTo>
                <a:lnTo>
                  <a:pt x="732075" y="860407"/>
                </a:lnTo>
                <a:lnTo>
                  <a:pt x="730259" y="864263"/>
                </a:lnTo>
                <a:lnTo>
                  <a:pt x="728670" y="867666"/>
                </a:lnTo>
                <a:lnTo>
                  <a:pt x="726626" y="871296"/>
                </a:lnTo>
                <a:lnTo>
                  <a:pt x="724583" y="874699"/>
                </a:lnTo>
                <a:lnTo>
                  <a:pt x="722086" y="877876"/>
                </a:lnTo>
                <a:lnTo>
                  <a:pt x="719589" y="881052"/>
                </a:lnTo>
                <a:lnTo>
                  <a:pt x="717092" y="884228"/>
                </a:lnTo>
                <a:lnTo>
                  <a:pt x="714141" y="886950"/>
                </a:lnTo>
                <a:lnTo>
                  <a:pt x="711417" y="889673"/>
                </a:lnTo>
                <a:lnTo>
                  <a:pt x="708239" y="892395"/>
                </a:lnTo>
                <a:lnTo>
                  <a:pt x="705288" y="894891"/>
                </a:lnTo>
                <a:lnTo>
                  <a:pt x="702110" y="896933"/>
                </a:lnTo>
                <a:lnTo>
                  <a:pt x="698705" y="899428"/>
                </a:lnTo>
                <a:lnTo>
                  <a:pt x="695299" y="901243"/>
                </a:lnTo>
                <a:lnTo>
                  <a:pt x="691440" y="903058"/>
                </a:lnTo>
                <a:lnTo>
                  <a:pt x="688035" y="904646"/>
                </a:lnTo>
                <a:lnTo>
                  <a:pt x="684176" y="906234"/>
                </a:lnTo>
                <a:lnTo>
                  <a:pt x="680317" y="907595"/>
                </a:lnTo>
                <a:lnTo>
                  <a:pt x="676231" y="908730"/>
                </a:lnTo>
                <a:lnTo>
                  <a:pt x="672372" y="909637"/>
                </a:lnTo>
                <a:lnTo>
                  <a:pt x="668286" y="910318"/>
                </a:lnTo>
                <a:lnTo>
                  <a:pt x="664199" y="910771"/>
                </a:lnTo>
                <a:lnTo>
                  <a:pt x="659886" y="911225"/>
                </a:lnTo>
                <a:lnTo>
                  <a:pt x="655573" y="911225"/>
                </a:lnTo>
                <a:lnTo>
                  <a:pt x="651260" y="911225"/>
                </a:lnTo>
                <a:lnTo>
                  <a:pt x="646947" y="910771"/>
                </a:lnTo>
                <a:lnTo>
                  <a:pt x="643088" y="910318"/>
                </a:lnTo>
                <a:lnTo>
                  <a:pt x="638775" y="909637"/>
                </a:lnTo>
                <a:lnTo>
                  <a:pt x="634915" y="908730"/>
                </a:lnTo>
                <a:lnTo>
                  <a:pt x="630829" y="907595"/>
                </a:lnTo>
                <a:lnTo>
                  <a:pt x="627197" y="906234"/>
                </a:lnTo>
                <a:lnTo>
                  <a:pt x="623338" y="904646"/>
                </a:lnTo>
                <a:lnTo>
                  <a:pt x="619706" y="903058"/>
                </a:lnTo>
                <a:lnTo>
                  <a:pt x="616074" y="901243"/>
                </a:lnTo>
                <a:lnTo>
                  <a:pt x="612669" y="899428"/>
                </a:lnTo>
                <a:lnTo>
                  <a:pt x="609037" y="896933"/>
                </a:lnTo>
                <a:lnTo>
                  <a:pt x="605858" y="894891"/>
                </a:lnTo>
                <a:lnTo>
                  <a:pt x="602680" y="892395"/>
                </a:lnTo>
                <a:lnTo>
                  <a:pt x="599729" y="889673"/>
                </a:lnTo>
                <a:lnTo>
                  <a:pt x="596778" y="886950"/>
                </a:lnTo>
                <a:lnTo>
                  <a:pt x="594054" y="884228"/>
                </a:lnTo>
                <a:lnTo>
                  <a:pt x="591557" y="881052"/>
                </a:lnTo>
                <a:lnTo>
                  <a:pt x="588833" y="877876"/>
                </a:lnTo>
                <a:lnTo>
                  <a:pt x="586790" y="874699"/>
                </a:lnTo>
                <a:lnTo>
                  <a:pt x="584520" y="871296"/>
                </a:lnTo>
                <a:lnTo>
                  <a:pt x="582704" y="867666"/>
                </a:lnTo>
                <a:lnTo>
                  <a:pt x="580661" y="864263"/>
                </a:lnTo>
                <a:lnTo>
                  <a:pt x="579072" y="860407"/>
                </a:lnTo>
                <a:lnTo>
                  <a:pt x="577710" y="856777"/>
                </a:lnTo>
                <a:lnTo>
                  <a:pt x="576348" y="852920"/>
                </a:lnTo>
                <a:lnTo>
                  <a:pt x="575212" y="849063"/>
                </a:lnTo>
                <a:lnTo>
                  <a:pt x="574077" y="844980"/>
                </a:lnTo>
                <a:lnTo>
                  <a:pt x="573396" y="840896"/>
                </a:lnTo>
                <a:lnTo>
                  <a:pt x="572942" y="836812"/>
                </a:lnTo>
                <a:lnTo>
                  <a:pt x="572488" y="832729"/>
                </a:lnTo>
                <a:lnTo>
                  <a:pt x="572488" y="828191"/>
                </a:lnTo>
                <a:lnTo>
                  <a:pt x="572488" y="825242"/>
                </a:lnTo>
                <a:lnTo>
                  <a:pt x="572715" y="822066"/>
                </a:lnTo>
                <a:lnTo>
                  <a:pt x="573623" y="815940"/>
                </a:lnTo>
                <a:lnTo>
                  <a:pt x="574986" y="810042"/>
                </a:lnTo>
                <a:lnTo>
                  <a:pt x="576575" y="804370"/>
                </a:lnTo>
                <a:lnTo>
                  <a:pt x="454445" y="733134"/>
                </a:lnTo>
                <a:lnTo>
                  <a:pt x="449904" y="736083"/>
                </a:lnTo>
                <a:lnTo>
                  <a:pt x="444910" y="738352"/>
                </a:lnTo>
                <a:lnTo>
                  <a:pt x="439689" y="740166"/>
                </a:lnTo>
                <a:lnTo>
                  <a:pt x="434468" y="741981"/>
                </a:lnTo>
                <a:lnTo>
                  <a:pt x="429020" y="743569"/>
                </a:lnTo>
                <a:lnTo>
                  <a:pt x="423571" y="744477"/>
                </a:lnTo>
                <a:lnTo>
                  <a:pt x="417669" y="745158"/>
                </a:lnTo>
                <a:lnTo>
                  <a:pt x="412221" y="745384"/>
                </a:lnTo>
                <a:lnTo>
                  <a:pt x="408589" y="745158"/>
                </a:lnTo>
                <a:lnTo>
                  <a:pt x="405411" y="744931"/>
                </a:lnTo>
                <a:lnTo>
                  <a:pt x="398828" y="744023"/>
                </a:lnTo>
                <a:lnTo>
                  <a:pt x="305755" y="898294"/>
                </a:lnTo>
                <a:lnTo>
                  <a:pt x="257175" y="869255"/>
                </a:lnTo>
                <a:lnTo>
                  <a:pt x="349113" y="716118"/>
                </a:lnTo>
                <a:lnTo>
                  <a:pt x="347070" y="713396"/>
                </a:lnTo>
                <a:lnTo>
                  <a:pt x="344573" y="710220"/>
                </a:lnTo>
                <a:lnTo>
                  <a:pt x="342757" y="707497"/>
                </a:lnTo>
                <a:lnTo>
                  <a:pt x="340714" y="704321"/>
                </a:lnTo>
                <a:lnTo>
                  <a:pt x="339125" y="701145"/>
                </a:lnTo>
                <a:lnTo>
                  <a:pt x="337536" y="697969"/>
                </a:lnTo>
                <a:lnTo>
                  <a:pt x="335720" y="694793"/>
                </a:lnTo>
                <a:lnTo>
                  <a:pt x="334358" y="691390"/>
                </a:lnTo>
                <a:lnTo>
                  <a:pt x="333223" y="687987"/>
                </a:lnTo>
                <a:lnTo>
                  <a:pt x="332087" y="684584"/>
                </a:lnTo>
                <a:lnTo>
                  <a:pt x="331179" y="680954"/>
                </a:lnTo>
                <a:lnTo>
                  <a:pt x="330498" y="677324"/>
                </a:lnTo>
                <a:lnTo>
                  <a:pt x="329590" y="673467"/>
                </a:lnTo>
                <a:lnTo>
                  <a:pt x="329136" y="670064"/>
                </a:lnTo>
                <a:lnTo>
                  <a:pt x="328909" y="665981"/>
                </a:lnTo>
                <a:lnTo>
                  <a:pt x="328909" y="662351"/>
                </a:lnTo>
                <a:lnTo>
                  <a:pt x="328909" y="658040"/>
                </a:lnTo>
                <a:lnTo>
                  <a:pt x="329363" y="653730"/>
                </a:lnTo>
                <a:lnTo>
                  <a:pt x="330044" y="649646"/>
                </a:lnTo>
                <a:lnTo>
                  <a:pt x="330725" y="645335"/>
                </a:lnTo>
                <a:lnTo>
                  <a:pt x="331633" y="641479"/>
                </a:lnTo>
                <a:lnTo>
                  <a:pt x="332768" y="637395"/>
                </a:lnTo>
                <a:lnTo>
                  <a:pt x="333904" y="633765"/>
                </a:lnTo>
                <a:lnTo>
                  <a:pt x="335493" y="629908"/>
                </a:lnTo>
                <a:lnTo>
                  <a:pt x="337082" y="626279"/>
                </a:lnTo>
                <a:lnTo>
                  <a:pt x="339125" y="622649"/>
                </a:lnTo>
                <a:lnTo>
                  <a:pt x="340941" y="619246"/>
                </a:lnTo>
                <a:lnTo>
                  <a:pt x="342984" y="615843"/>
                </a:lnTo>
                <a:lnTo>
                  <a:pt x="345481" y="612666"/>
                </a:lnTo>
                <a:lnTo>
                  <a:pt x="347978" y="609263"/>
                </a:lnTo>
                <a:lnTo>
                  <a:pt x="350475" y="606314"/>
                </a:lnTo>
                <a:lnTo>
                  <a:pt x="353426" y="603592"/>
                </a:lnTo>
                <a:lnTo>
                  <a:pt x="356150" y="600642"/>
                </a:lnTo>
                <a:lnTo>
                  <a:pt x="359101" y="598147"/>
                </a:lnTo>
                <a:lnTo>
                  <a:pt x="362279" y="595878"/>
                </a:lnTo>
                <a:lnTo>
                  <a:pt x="365458" y="593383"/>
                </a:lnTo>
                <a:lnTo>
                  <a:pt x="369090" y="591341"/>
                </a:lnTo>
                <a:lnTo>
                  <a:pt x="372495" y="589299"/>
                </a:lnTo>
                <a:lnTo>
                  <a:pt x="376127" y="587484"/>
                </a:lnTo>
                <a:lnTo>
                  <a:pt x="379759" y="585669"/>
                </a:lnTo>
                <a:lnTo>
                  <a:pt x="383618" y="584308"/>
                </a:lnTo>
                <a:lnTo>
                  <a:pt x="387250" y="582947"/>
                </a:lnTo>
                <a:lnTo>
                  <a:pt x="391336" y="581812"/>
                </a:lnTo>
                <a:lnTo>
                  <a:pt x="395196" y="580905"/>
                </a:lnTo>
                <a:lnTo>
                  <a:pt x="399509" y="580224"/>
                </a:lnTo>
                <a:lnTo>
                  <a:pt x="403368" y="579544"/>
                </a:lnTo>
                <a:lnTo>
                  <a:pt x="407681" y="579317"/>
                </a:lnTo>
                <a:lnTo>
                  <a:pt x="412221" y="579090"/>
                </a:lnTo>
                <a:lnTo>
                  <a:pt x="416307" y="579317"/>
                </a:lnTo>
                <a:lnTo>
                  <a:pt x="420620" y="579544"/>
                </a:lnTo>
                <a:lnTo>
                  <a:pt x="424707" y="580224"/>
                </a:lnTo>
                <a:lnTo>
                  <a:pt x="428793" y="580905"/>
                </a:lnTo>
                <a:lnTo>
                  <a:pt x="432652" y="581812"/>
                </a:lnTo>
                <a:lnTo>
                  <a:pt x="436738" y="582947"/>
                </a:lnTo>
                <a:lnTo>
                  <a:pt x="440597" y="584308"/>
                </a:lnTo>
                <a:lnTo>
                  <a:pt x="444456" y="585669"/>
                </a:lnTo>
                <a:lnTo>
                  <a:pt x="447861" y="587484"/>
                </a:lnTo>
                <a:lnTo>
                  <a:pt x="451720" y="589299"/>
                </a:lnTo>
                <a:lnTo>
                  <a:pt x="454899" y="591341"/>
                </a:lnTo>
                <a:lnTo>
                  <a:pt x="458531" y="593383"/>
                </a:lnTo>
                <a:lnTo>
                  <a:pt x="461709" y="595878"/>
                </a:lnTo>
                <a:lnTo>
                  <a:pt x="464887" y="598147"/>
                </a:lnTo>
                <a:lnTo>
                  <a:pt x="467838" y="600642"/>
                </a:lnTo>
                <a:lnTo>
                  <a:pt x="470562" y="603592"/>
                </a:lnTo>
                <a:lnTo>
                  <a:pt x="473513" y="606314"/>
                </a:lnTo>
                <a:lnTo>
                  <a:pt x="476010" y="609263"/>
                </a:lnTo>
                <a:lnTo>
                  <a:pt x="478734" y="612666"/>
                </a:lnTo>
                <a:lnTo>
                  <a:pt x="481004" y="615843"/>
                </a:lnTo>
                <a:lnTo>
                  <a:pt x="483047" y="619246"/>
                </a:lnTo>
                <a:lnTo>
                  <a:pt x="484864" y="622649"/>
                </a:lnTo>
                <a:lnTo>
                  <a:pt x="486907" y="626279"/>
                </a:lnTo>
                <a:lnTo>
                  <a:pt x="488496" y="629908"/>
                </a:lnTo>
                <a:lnTo>
                  <a:pt x="490085" y="633765"/>
                </a:lnTo>
                <a:lnTo>
                  <a:pt x="491220" y="637395"/>
                </a:lnTo>
                <a:lnTo>
                  <a:pt x="492355" y="641479"/>
                </a:lnTo>
                <a:lnTo>
                  <a:pt x="493490" y="645335"/>
                </a:lnTo>
                <a:lnTo>
                  <a:pt x="494171" y="649646"/>
                </a:lnTo>
                <a:lnTo>
                  <a:pt x="494625" y="653730"/>
                </a:lnTo>
                <a:lnTo>
                  <a:pt x="495079" y="658040"/>
                </a:lnTo>
                <a:lnTo>
                  <a:pt x="495079" y="662351"/>
                </a:lnTo>
                <a:lnTo>
                  <a:pt x="495079" y="665527"/>
                </a:lnTo>
                <a:lnTo>
                  <a:pt x="494852" y="669157"/>
                </a:lnTo>
                <a:lnTo>
                  <a:pt x="494398" y="672333"/>
                </a:lnTo>
                <a:lnTo>
                  <a:pt x="493944" y="675509"/>
                </a:lnTo>
                <a:lnTo>
                  <a:pt x="492355" y="682088"/>
                </a:lnTo>
                <a:lnTo>
                  <a:pt x="490539" y="688214"/>
                </a:lnTo>
                <a:lnTo>
                  <a:pt x="610853" y="758543"/>
                </a:lnTo>
                <a:lnTo>
                  <a:pt x="616528" y="755140"/>
                </a:lnTo>
                <a:lnTo>
                  <a:pt x="622430" y="752417"/>
                </a:lnTo>
                <a:lnTo>
                  <a:pt x="628559" y="749922"/>
                </a:lnTo>
                <a:lnTo>
                  <a:pt x="634915" y="748107"/>
                </a:lnTo>
                <a:lnTo>
                  <a:pt x="690305" y="547101"/>
                </a:lnTo>
                <a:lnTo>
                  <a:pt x="686673" y="544152"/>
                </a:lnTo>
                <a:lnTo>
                  <a:pt x="682814" y="540976"/>
                </a:lnTo>
                <a:lnTo>
                  <a:pt x="679409" y="537800"/>
                </a:lnTo>
                <a:lnTo>
                  <a:pt x="676004" y="533943"/>
                </a:lnTo>
                <a:lnTo>
                  <a:pt x="673053" y="530540"/>
                </a:lnTo>
                <a:lnTo>
                  <a:pt x="670102" y="526456"/>
                </a:lnTo>
                <a:lnTo>
                  <a:pt x="667605" y="522373"/>
                </a:lnTo>
                <a:lnTo>
                  <a:pt x="665107" y="518062"/>
                </a:lnTo>
                <a:lnTo>
                  <a:pt x="662837" y="513979"/>
                </a:lnTo>
                <a:lnTo>
                  <a:pt x="661021" y="509214"/>
                </a:lnTo>
                <a:lnTo>
                  <a:pt x="659432" y="504450"/>
                </a:lnTo>
                <a:lnTo>
                  <a:pt x="658070" y="499913"/>
                </a:lnTo>
                <a:lnTo>
                  <a:pt x="657162" y="494922"/>
                </a:lnTo>
                <a:lnTo>
                  <a:pt x="656027" y="489931"/>
                </a:lnTo>
                <a:lnTo>
                  <a:pt x="655573" y="484940"/>
                </a:lnTo>
                <a:lnTo>
                  <a:pt x="655573" y="479722"/>
                </a:lnTo>
                <a:lnTo>
                  <a:pt x="655573" y="475411"/>
                </a:lnTo>
                <a:lnTo>
                  <a:pt x="655800" y="471327"/>
                </a:lnTo>
                <a:lnTo>
                  <a:pt x="656708" y="467017"/>
                </a:lnTo>
                <a:lnTo>
                  <a:pt x="657389" y="463160"/>
                </a:lnTo>
                <a:lnTo>
                  <a:pt x="658297" y="458850"/>
                </a:lnTo>
                <a:lnTo>
                  <a:pt x="659432" y="455220"/>
                </a:lnTo>
                <a:lnTo>
                  <a:pt x="660567" y="451136"/>
                </a:lnTo>
                <a:lnTo>
                  <a:pt x="661929" y="447506"/>
                </a:lnTo>
                <a:lnTo>
                  <a:pt x="663745" y="443649"/>
                </a:lnTo>
                <a:lnTo>
                  <a:pt x="665561" y="440246"/>
                </a:lnTo>
                <a:lnTo>
                  <a:pt x="667605" y="436617"/>
                </a:lnTo>
                <a:lnTo>
                  <a:pt x="669648" y="433440"/>
                </a:lnTo>
                <a:lnTo>
                  <a:pt x="672145" y="430037"/>
                </a:lnTo>
                <a:lnTo>
                  <a:pt x="674642" y="426861"/>
                </a:lnTo>
                <a:lnTo>
                  <a:pt x="677139" y="423912"/>
                </a:lnTo>
                <a:lnTo>
                  <a:pt x="679863" y="420963"/>
                </a:lnTo>
                <a:lnTo>
                  <a:pt x="682814" y="418240"/>
                </a:lnTo>
                <a:lnTo>
                  <a:pt x="685765" y="415518"/>
                </a:lnTo>
                <a:lnTo>
                  <a:pt x="688943" y="413249"/>
                </a:lnTo>
                <a:lnTo>
                  <a:pt x="692121" y="410980"/>
                </a:lnTo>
                <a:lnTo>
                  <a:pt x="695526" y="408712"/>
                </a:lnTo>
                <a:lnTo>
                  <a:pt x="698932" y="406670"/>
                </a:lnTo>
                <a:lnTo>
                  <a:pt x="702791" y="404855"/>
                </a:lnTo>
                <a:lnTo>
                  <a:pt x="706196" y="403267"/>
                </a:lnTo>
                <a:lnTo>
                  <a:pt x="710055" y="401679"/>
                </a:lnTo>
                <a:lnTo>
                  <a:pt x="713914" y="400318"/>
                </a:lnTo>
                <a:lnTo>
                  <a:pt x="718000" y="399410"/>
                </a:lnTo>
                <a:lnTo>
                  <a:pt x="721859" y="398503"/>
                </a:lnTo>
                <a:lnTo>
                  <a:pt x="725945" y="397595"/>
                </a:lnTo>
                <a:lnTo>
                  <a:pt x="730032" y="397141"/>
                </a:lnTo>
                <a:lnTo>
                  <a:pt x="734345" y="396915"/>
                </a:lnTo>
                <a:lnTo>
                  <a:pt x="738658" y="396688"/>
                </a:lnTo>
                <a:lnTo>
                  <a:pt x="744106" y="396915"/>
                </a:lnTo>
                <a:lnTo>
                  <a:pt x="749554" y="397595"/>
                </a:lnTo>
                <a:lnTo>
                  <a:pt x="754775" y="398276"/>
                </a:lnTo>
                <a:lnTo>
                  <a:pt x="759770" y="399637"/>
                </a:lnTo>
                <a:lnTo>
                  <a:pt x="764764" y="400998"/>
                </a:lnTo>
                <a:lnTo>
                  <a:pt x="769758" y="403040"/>
                </a:lnTo>
                <a:lnTo>
                  <a:pt x="774298" y="405082"/>
                </a:lnTo>
                <a:lnTo>
                  <a:pt x="778838" y="407577"/>
                </a:lnTo>
                <a:lnTo>
                  <a:pt x="916859" y="288925"/>
                </a:lnTo>
                <a:close/>
                <a:moveTo>
                  <a:pt x="607752" y="120128"/>
                </a:moveTo>
                <a:lnTo>
                  <a:pt x="595738" y="120581"/>
                </a:lnTo>
                <a:lnTo>
                  <a:pt x="583950" y="121488"/>
                </a:lnTo>
                <a:lnTo>
                  <a:pt x="571936" y="122621"/>
                </a:lnTo>
                <a:lnTo>
                  <a:pt x="559921" y="123755"/>
                </a:lnTo>
                <a:lnTo>
                  <a:pt x="548133" y="125341"/>
                </a:lnTo>
                <a:lnTo>
                  <a:pt x="536119" y="127154"/>
                </a:lnTo>
                <a:lnTo>
                  <a:pt x="524331" y="129421"/>
                </a:lnTo>
                <a:lnTo>
                  <a:pt x="512543" y="131688"/>
                </a:lnTo>
                <a:lnTo>
                  <a:pt x="500755" y="134407"/>
                </a:lnTo>
                <a:lnTo>
                  <a:pt x="489194" y="137581"/>
                </a:lnTo>
                <a:lnTo>
                  <a:pt x="477406" y="140754"/>
                </a:lnTo>
                <a:lnTo>
                  <a:pt x="466072" y="144380"/>
                </a:lnTo>
                <a:lnTo>
                  <a:pt x="454511" y="148234"/>
                </a:lnTo>
                <a:lnTo>
                  <a:pt x="443176" y="152313"/>
                </a:lnTo>
                <a:lnTo>
                  <a:pt x="431615" y="156620"/>
                </a:lnTo>
                <a:lnTo>
                  <a:pt x="420508" y="161380"/>
                </a:lnTo>
                <a:lnTo>
                  <a:pt x="409400" y="166593"/>
                </a:lnTo>
                <a:lnTo>
                  <a:pt x="398519" y="171579"/>
                </a:lnTo>
                <a:lnTo>
                  <a:pt x="387411" y="177246"/>
                </a:lnTo>
                <a:lnTo>
                  <a:pt x="376530" y="183139"/>
                </a:lnTo>
                <a:lnTo>
                  <a:pt x="365876" y="189485"/>
                </a:lnTo>
                <a:lnTo>
                  <a:pt x="355221" y="195831"/>
                </a:lnTo>
                <a:lnTo>
                  <a:pt x="344794" y="202631"/>
                </a:lnTo>
                <a:lnTo>
                  <a:pt x="334593" y="209431"/>
                </a:lnTo>
                <a:lnTo>
                  <a:pt x="324392" y="216684"/>
                </a:lnTo>
                <a:lnTo>
                  <a:pt x="314191" y="224163"/>
                </a:lnTo>
                <a:lnTo>
                  <a:pt x="304443" y="232323"/>
                </a:lnTo>
                <a:lnTo>
                  <a:pt x="294695" y="240483"/>
                </a:lnTo>
                <a:lnTo>
                  <a:pt x="284948" y="248869"/>
                </a:lnTo>
                <a:lnTo>
                  <a:pt x="275654" y="257482"/>
                </a:lnTo>
                <a:lnTo>
                  <a:pt x="266359" y="266548"/>
                </a:lnTo>
                <a:lnTo>
                  <a:pt x="257518" y="275614"/>
                </a:lnTo>
                <a:lnTo>
                  <a:pt x="248678" y="285134"/>
                </a:lnTo>
                <a:lnTo>
                  <a:pt x="240290" y="294654"/>
                </a:lnTo>
                <a:lnTo>
                  <a:pt x="232129" y="304400"/>
                </a:lnTo>
                <a:lnTo>
                  <a:pt x="224195" y="314373"/>
                </a:lnTo>
                <a:lnTo>
                  <a:pt x="216714" y="324346"/>
                </a:lnTo>
                <a:lnTo>
                  <a:pt x="209460" y="334545"/>
                </a:lnTo>
                <a:lnTo>
                  <a:pt x="202433" y="344971"/>
                </a:lnTo>
                <a:lnTo>
                  <a:pt x="195632" y="355397"/>
                </a:lnTo>
                <a:lnTo>
                  <a:pt x="189058" y="366050"/>
                </a:lnTo>
                <a:lnTo>
                  <a:pt x="183164" y="376703"/>
                </a:lnTo>
                <a:lnTo>
                  <a:pt x="177271" y="387583"/>
                </a:lnTo>
                <a:lnTo>
                  <a:pt x="171603" y="398462"/>
                </a:lnTo>
                <a:lnTo>
                  <a:pt x="166390" y="409342"/>
                </a:lnTo>
                <a:lnTo>
                  <a:pt x="161402" y="420448"/>
                </a:lnTo>
                <a:lnTo>
                  <a:pt x="156642" y="431554"/>
                </a:lnTo>
                <a:lnTo>
                  <a:pt x="152108" y="443114"/>
                </a:lnTo>
                <a:lnTo>
                  <a:pt x="148028" y="454673"/>
                </a:lnTo>
                <a:lnTo>
                  <a:pt x="144174" y="466006"/>
                </a:lnTo>
                <a:lnTo>
                  <a:pt x="140774" y="477565"/>
                </a:lnTo>
                <a:lnTo>
                  <a:pt x="137373" y="489125"/>
                </a:lnTo>
                <a:lnTo>
                  <a:pt x="134426" y="500911"/>
                </a:lnTo>
                <a:lnTo>
                  <a:pt x="131706" y="512470"/>
                </a:lnTo>
                <a:lnTo>
                  <a:pt x="129213" y="524256"/>
                </a:lnTo>
                <a:lnTo>
                  <a:pt x="127172" y="536269"/>
                </a:lnTo>
                <a:lnTo>
                  <a:pt x="125359" y="548055"/>
                </a:lnTo>
                <a:lnTo>
                  <a:pt x="123772" y="560068"/>
                </a:lnTo>
                <a:lnTo>
                  <a:pt x="122185" y="571854"/>
                </a:lnTo>
                <a:lnTo>
                  <a:pt x="121278" y="583867"/>
                </a:lnTo>
                <a:lnTo>
                  <a:pt x="120598" y="595880"/>
                </a:lnTo>
                <a:lnTo>
                  <a:pt x="120145" y="607666"/>
                </a:lnTo>
                <a:lnTo>
                  <a:pt x="120145" y="619905"/>
                </a:lnTo>
                <a:lnTo>
                  <a:pt x="120145" y="631918"/>
                </a:lnTo>
                <a:lnTo>
                  <a:pt x="120598" y="643704"/>
                </a:lnTo>
                <a:lnTo>
                  <a:pt x="121278" y="655717"/>
                </a:lnTo>
                <a:lnTo>
                  <a:pt x="122185" y="667503"/>
                </a:lnTo>
                <a:lnTo>
                  <a:pt x="123772" y="679516"/>
                </a:lnTo>
                <a:lnTo>
                  <a:pt x="125359" y="691529"/>
                </a:lnTo>
                <a:lnTo>
                  <a:pt x="127172" y="703315"/>
                </a:lnTo>
                <a:lnTo>
                  <a:pt x="129213" y="715328"/>
                </a:lnTo>
                <a:lnTo>
                  <a:pt x="131706" y="726887"/>
                </a:lnTo>
                <a:lnTo>
                  <a:pt x="134426" y="738673"/>
                </a:lnTo>
                <a:lnTo>
                  <a:pt x="137373" y="750460"/>
                </a:lnTo>
                <a:lnTo>
                  <a:pt x="140774" y="762019"/>
                </a:lnTo>
                <a:lnTo>
                  <a:pt x="144174" y="773579"/>
                </a:lnTo>
                <a:lnTo>
                  <a:pt x="148028" y="784911"/>
                </a:lnTo>
                <a:lnTo>
                  <a:pt x="152108" y="796471"/>
                </a:lnTo>
                <a:lnTo>
                  <a:pt x="156642" y="807804"/>
                </a:lnTo>
                <a:lnTo>
                  <a:pt x="161402" y="819136"/>
                </a:lnTo>
                <a:lnTo>
                  <a:pt x="166390" y="830016"/>
                </a:lnTo>
                <a:lnTo>
                  <a:pt x="171603" y="841122"/>
                </a:lnTo>
                <a:lnTo>
                  <a:pt x="177271" y="852002"/>
                </a:lnTo>
                <a:lnTo>
                  <a:pt x="183164" y="862881"/>
                </a:lnTo>
                <a:lnTo>
                  <a:pt x="189058" y="873534"/>
                </a:lnTo>
                <a:lnTo>
                  <a:pt x="195632" y="884187"/>
                </a:lnTo>
                <a:lnTo>
                  <a:pt x="202433" y="894613"/>
                </a:lnTo>
                <a:lnTo>
                  <a:pt x="209460" y="904813"/>
                </a:lnTo>
                <a:lnTo>
                  <a:pt x="216714" y="915239"/>
                </a:lnTo>
                <a:lnTo>
                  <a:pt x="224195" y="925212"/>
                </a:lnTo>
                <a:lnTo>
                  <a:pt x="232129" y="934958"/>
                </a:lnTo>
                <a:lnTo>
                  <a:pt x="240290" y="944931"/>
                </a:lnTo>
                <a:lnTo>
                  <a:pt x="248678" y="954450"/>
                </a:lnTo>
                <a:lnTo>
                  <a:pt x="257518" y="963743"/>
                </a:lnTo>
                <a:lnTo>
                  <a:pt x="266359" y="973036"/>
                </a:lnTo>
                <a:lnTo>
                  <a:pt x="275654" y="982102"/>
                </a:lnTo>
                <a:lnTo>
                  <a:pt x="284948" y="990715"/>
                </a:lnTo>
                <a:lnTo>
                  <a:pt x="294695" y="999102"/>
                </a:lnTo>
                <a:lnTo>
                  <a:pt x="304443" y="1007261"/>
                </a:lnTo>
                <a:lnTo>
                  <a:pt x="314191" y="1015194"/>
                </a:lnTo>
                <a:lnTo>
                  <a:pt x="324392" y="1022674"/>
                </a:lnTo>
                <a:lnTo>
                  <a:pt x="334593" y="1029927"/>
                </a:lnTo>
                <a:lnTo>
                  <a:pt x="344794" y="1036953"/>
                </a:lnTo>
                <a:lnTo>
                  <a:pt x="355221" y="1043753"/>
                </a:lnTo>
                <a:lnTo>
                  <a:pt x="365876" y="1050099"/>
                </a:lnTo>
                <a:lnTo>
                  <a:pt x="376530" y="1056446"/>
                </a:lnTo>
                <a:lnTo>
                  <a:pt x="387411" y="1062339"/>
                </a:lnTo>
                <a:lnTo>
                  <a:pt x="398292" y="1067779"/>
                </a:lnTo>
                <a:lnTo>
                  <a:pt x="409400" y="1072992"/>
                </a:lnTo>
                <a:lnTo>
                  <a:pt x="420508" y="1078205"/>
                </a:lnTo>
                <a:lnTo>
                  <a:pt x="431615" y="1082738"/>
                </a:lnTo>
                <a:lnTo>
                  <a:pt x="443176" y="1087271"/>
                </a:lnTo>
                <a:lnTo>
                  <a:pt x="454511" y="1091351"/>
                </a:lnTo>
                <a:lnTo>
                  <a:pt x="466072" y="1095204"/>
                </a:lnTo>
                <a:lnTo>
                  <a:pt x="477406" y="1098830"/>
                </a:lnTo>
                <a:lnTo>
                  <a:pt x="489194" y="1102004"/>
                </a:lnTo>
                <a:lnTo>
                  <a:pt x="500755" y="1104950"/>
                </a:lnTo>
                <a:lnTo>
                  <a:pt x="512543" y="1107897"/>
                </a:lnTo>
                <a:lnTo>
                  <a:pt x="524331" y="1110163"/>
                </a:lnTo>
                <a:lnTo>
                  <a:pt x="536119" y="1112203"/>
                </a:lnTo>
                <a:lnTo>
                  <a:pt x="548133" y="1114243"/>
                </a:lnTo>
                <a:lnTo>
                  <a:pt x="559921" y="1115830"/>
                </a:lnTo>
                <a:lnTo>
                  <a:pt x="571936" y="1116963"/>
                </a:lnTo>
                <a:lnTo>
                  <a:pt x="583950" y="1118096"/>
                </a:lnTo>
                <a:lnTo>
                  <a:pt x="595738" y="1118776"/>
                </a:lnTo>
                <a:lnTo>
                  <a:pt x="607752" y="1119230"/>
                </a:lnTo>
                <a:lnTo>
                  <a:pt x="619540" y="1119230"/>
                </a:lnTo>
                <a:lnTo>
                  <a:pt x="631782" y="1119230"/>
                </a:lnTo>
                <a:lnTo>
                  <a:pt x="643796" y="1118776"/>
                </a:lnTo>
                <a:lnTo>
                  <a:pt x="655584" y="1118096"/>
                </a:lnTo>
                <a:lnTo>
                  <a:pt x="667598" y="1116963"/>
                </a:lnTo>
                <a:lnTo>
                  <a:pt x="679613" y="1115830"/>
                </a:lnTo>
                <a:lnTo>
                  <a:pt x="691401" y="1114243"/>
                </a:lnTo>
                <a:lnTo>
                  <a:pt x="703415" y="1112203"/>
                </a:lnTo>
                <a:lnTo>
                  <a:pt x="715203" y="1110163"/>
                </a:lnTo>
                <a:lnTo>
                  <a:pt x="726991" y="1107897"/>
                </a:lnTo>
                <a:lnTo>
                  <a:pt x="738779" y="1104950"/>
                </a:lnTo>
                <a:lnTo>
                  <a:pt x="750340" y="1102004"/>
                </a:lnTo>
                <a:lnTo>
                  <a:pt x="762128" y="1098830"/>
                </a:lnTo>
                <a:lnTo>
                  <a:pt x="773462" y="1095204"/>
                </a:lnTo>
                <a:lnTo>
                  <a:pt x="785023" y="1091351"/>
                </a:lnTo>
                <a:lnTo>
                  <a:pt x="796358" y="1087271"/>
                </a:lnTo>
                <a:lnTo>
                  <a:pt x="807692" y="1082738"/>
                </a:lnTo>
                <a:lnTo>
                  <a:pt x="819026" y="1078205"/>
                </a:lnTo>
                <a:lnTo>
                  <a:pt x="830134" y="1072992"/>
                </a:lnTo>
                <a:lnTo>
                  <a:pt x="841015" y="1067779"/>
                </a:lnTo>
                <a:lnTo>
                  <a:pt x="852123" y="1062339"/>
                </a:lnTo>
                <a:lnTo>
                  <a:pt x="862777" y="1056446"/>
                </a:lnTo>
                <a:lnTo>
                  <a:pt x="873658" y="1050099"/>
                </a:lnTo>
                <a:lnTo>
                  <a:pt x="884086" y="1043753"/>
                </a:lnTo>
                <a:lnTo>
                  <a:pt x="894740" y="1036953"/>
                </a:lnTo>
                <a:lnTo>
                  <a:pt x="904941" y="1029927"/>
                </a:lnTo>
                <a:lnTo>
                  <a:pt x="915142" y="1022674"/>
                </a:lnTo>
                <a:lnTo>
                  <a:pt x="925343" y="1015194"/>
                </a:lnTo>
                <a:lnTo>
                  <a:pt x="935091" y="1007261"/>
                </a:lnTo>
                <a:lnTo>
                  <a:pt x="944839" y="999102"/>
                </a:lnTo>
                <a:lnTo>
                  <a:pt x="954586" y="990715"/>
                </a:lnTo>
                <a:lnTo>
                  <a:pt x="963880" y="982102"/>
                </a:lnTo>
                <a:lnTo>
                  <a:pt x="972948" y="973036"/>
                </a:lnTo>
                <a:lnTo>
                  <a:pt x="982016" y="963743"/>
                </a:lnTo>
                <a:lnTo>
                  <a:pt x="990856" y="954450"/>
                </a:lnTo>
                <a:lnTo>
                  <a:pt x="999244" y="944931"/>
                </a:lnTo>
                <a:lnTo>
                  <a:pt x="1007405" y="934958"/>
                </a:lnTo>
                <a:lnTo>
                  <a:pt x="1015339" y="925212"/>
                </a:lnTo>
                <a:lnTo>
                  <a:pt x="1022820" y="915239"/>
                </a:lnTo>
                <a:lnTo>
                  <a:pt x="1030074" y="904813"/>
                </a:lnTo>
                <a:lnTo>
                  <a:pt x="1037101" y="894613"/>
                </a:lnTo>
                <a:lnTo>
                  <a:pt x="1043902" y="884187"/>
                </a:lnTo>
                <a:lnTo>
                  <a:pt x="1050249" y="873534"/>
                </a:lnTo>
                <a:lnTo>
                  <a:pt x="1056370" y="862881"/>
                </a:lnTo>
                <a:lnTo>
                  <a:pt x="1062263" y="852002"/>
                </a:lnTo>
                <a:lnTo>
                  <a:pt x="1067931" y="841122"/>
                </a:lnTo>
                <a:lnTo>
                  <a:pt x="1073144" y="830016"/>
                </a:lnTo>
                <a:lnTo>
                  <a:pt x="1078132" y="819136"/>
                </a:lnTo>
                <a:lnTo>
                  <a:pt x="1082892" y="807804"/>
                </a:lnTo>
                <a:lnTo>
                  <a:pt x="1087426" y="796471"/>
                </a:lnTo>
                <a:lnTo>
                  <a:pt x="1091280" y="784911"/>
                </a:lnTo>
                <a:lnTo>
                  <a:pt x="1095360" y="773579"/>
                </a:lnTo>
                <a:lnTo>
                  <a:pt x="1098760" y="762019"/>
                </a:lnTo>
                <a:lnTo>
                  <a:pt x="1102161" y="750460"/>
                </a:lnTo>
                <a:lnTo>
                  <a:pt x="1105108" y="738673"/>
                </a:lnTo>
                <a:lnTo>
                  <a:pt x="1107828" y="726887"/>
                </a:lnTo>
                <a:lnTo>
                  <a:pt x="1110321" y="715328"/>
                </a:lnTo>
                <a:lnTo>
                  <a:pt x="1112362" y="703315"/>
                </a:lnTo>
                <a:lnTo>
                  <a:pt x="1114175" y="691529"/>
                </a:lnTo>
                <a:lnTo>
                  <a:pt x="1115762" y="679516"/>
                </a:lnTo>
                <a:lnTo>
                  <a:pt x="1117122" y="667503"/>
                </a:lnTo>
                <a:lnTo>
                  <a:pt x="1118256" y="655717"/>
                </a:lnTo>
                <a:lnTo>
                  <a:pt x="1118936" y="643704"/>
                </a:lnTo>
                <a:lnTo>
                  <a:pt x="1119389" y="631918"/>
                </a:lnTo>
                <a:lnTo>
                  <a:pt x="1119389" y="619905"/>
                </a:lnTo>
                <a:lnTo>
                  <a:pt x="1119389" y="607666"/>
                </a:lnTo>
                <a:lnTo>
                  <a:pt x="1118936" y="595880"/>
                </a:lnTo>
                <a:lnTo>
                  <a:pt x="1118256" y="583867"/>
                </a:lnTo>
                <a:lnTo>
                  <a:pt x="1117122" y="571854"/>
                </a:lnTo>
                <a:lnTo>
                  <a:pt x="1115762" y="560068"/>
                </a:lnTo>
                <a:lnTo>
                  <a:pt x="1114175" y="548055"/>
                </a:lnTo>
                <a:lnTo>
                  <a:pt x="1112362" y="536269"/>
                </a:lnTo>
                <a:lnTo>
                  <a:pt x="1110321" y="524256"/>
                </a:lnTo>
                <a:lnTo>
                  <a:pt x="1107828" y="512470"/>
                </a:lnTo>
                <a:lnTo>
                  <a:pt x="1105108" y="500911"/>
                </a:lnTo>
                <a:lnTo>
                  <a:pt x="1102161" y="489125"/>
                </a:lnTo>
                <a:lnTo>
                  <a:pt x="1098760" y="477565"/>
                </a:lnTo>
                <a:lnTo>
                  <a:pt x="1095360" y="466006"/>
                </a:lnTo>
                <a:lnTo>
                  <a:pt x="1091280" y="454673"/>
                </a:lnTo>
                <a:lnTo>
                  <a:pt x="1087426" y="443114"/>
                </a:lnTo>
                <a:lnTo>
                  <a:pt x="1082892" y="431554"/>
                </a:lnTo>
                <a:lnTo>
                  <a:pt x="1078132" y="420448"/>
                </a:lnTo>
                <a:lnTo>
                  <a:pt x="1073144" y="409342"/>
                </a:lnTo>
                <a:lnTo>
                  <a:pt x="1067931" y="398462"/>
                </a:lnTo>
                <a:lnTo>
                  <a:pt x="1062263" y="387583"/>
                </a:lnTo>
                <a:lnTo>
                  <a:pt x="1056370" y="376703"/>
                </a:lnTo>
                <a:lnTo>
                  <a:pt x="1050249" y="366050"/>
                </a:lnTo>
                <a:lnTo>
                  <a:pt x="1043902" y="355397"/>
                </a:lnTo>
                <a:lnTo>
                  <a:pt x="1037101" y="344971"/>
                </a:lnTo>
                <a:lnTo>
                  <a:pt x="1030074" y="334545"/>
                </a:lnTo>
                <a:lnTo>
                  <a:pt x="1022820" y="324346"/>
                </a:lnTo>
                <a:lnTo>
                  <a:pt x="1015339" y="314373"/>
                </a:lnTo>
                <a:lnTo>
                  <a:pt x="1007405" y="304400"/>
                </a:lnTo>
                <a:lnTo>
                  <a:pt x="999244" y="294654"/>
                </a:lnTo>
                <a:lnTo>
                  <a:pt x="990856" y="285134"/>
                </a:lnTo>
                <a:lnTo>
                  <a:pt x="982016" y="275614"/>
                </a:lnTo>
                <a:lnTo>
                  <a:pt x="972948" y="266548"/>
                </a:lnTo>
                <a:lnTo>
                  <a:pt x="963880" y="257482"/>
                </a:lnTo>
                <a:lnTo>
                  <a:pt x="954586" y="248869"/>
                </a:lnTo>
                <a:lnTo>
                  <a:pt x="944839" y="240483"/>
                </a:lnTo>
                <a:lnTo>
                  <a:pt x="935091" y="232323"/>
                </a:lnTo>
                <a:lnTo>
                  <a:pt x="925343" y="224163"/>
                </a:lnTo>
                <a:lnTo>
                  <a:pt x="915142" y="216684"/>
                </a:lnTo>
                <a:lnTo>
                  <a:pt x="904941" y="209431"/>
                </a:lnTo>
                <a:lnTo>
                  <a:pt x="894740" y="202631"/>
                </a:lnTo>
                <a:lnTo>
                  <a:pt x="884086" y="195831"/>
                </a:lnTo>
                <a:lnTo>
                  <a:pt x="873658" y="189485"/>
                </a:lnTo>
                <a:lnTo>
                  <a:pt x="862777" y="183139"/>
                </a:lnTo>
                <a:lnTo>
                  <a:pt x="852123" y="177246"/>
                </a:lnTo>
                <a:lnTo>
                  <a:pt x="841015" y="171579"/>
                </a:lnTo>
                <a:lnTo>
                  <a:pt x="830134" y="166593"/>
                </a:lnTo>
                <a:lnTo>
                  <a:pt x="819026" y="161380"/>
                </a:lnTo>
                <a:lnTo>
                  <a:pt x="807692" y="156620"/>
                </a:lnTo>
                <a:lnTo>
                  <a:pt x="796358" y="152313"/>
                </a:lnTo>
                <a:lnTo>
                  <a:pt x="785023" y="148234"/>
                </a:lnTo>
                <a:lnTo>
                  <a:pt x="773462" y="144380"/>
                </a:lnTo>
                <a:lnTo>
                  <a:pt x="762128" y="140754"/>
                </a:lnTo>
                <a:lnTo>
                  <a:pt x="750340" y="137581"/>
                </a:lnTo>
                <a:lnTo>
                  <a:pt x="738779" y="134407"/>
                </a:lnTo>
                <a:lnTo>
                  <a:pt x="726991" y="131688"/>
                </a:lnTo>
                <a:lnTo>
                  <a:pt x="715203" y="129421"/>
                </a:lnTo>
                <a:lnTo>
                  <a:pt x="703415" y="127154"/>
                </a:lnTo>
                <a:lnTo>
                  <a:pt x="691401" y="125341"/>
                </a:lnTo>
                <a:lnTo>
                  <a:pt x="679613" y="123755"/>
                </a:lnTo>
                <a:lnTo>
                  <a:pt x="667598" y="122621"/>
                </a:lnTo>
                <a:lnTo>
                  <a:pt x="655584" y="121488"/>
                </a:lnTo>
                <a:lnTo>
                  <a:pt x="643796" y="120581"/>
                </a:lnTo>
                <a:lnTo>
                  <a:pt x="631782" y="120128"/>
                </a:lnTo>
                <a:lnTo>
                  <a:pt x="619540" y="120128"/>
                </a:lnTo>
                <a:lnTo>
                  <a:pt x="607752" y="120128"/>
                </a:lnTo>
                <a:close/>
                <a:moveTo>
                  <a:pt x="619540" y="0"/>
                </a:moveTo>
                <a:lnTo>
                  <a:pt x="634502" y="227"/>
                </a:lnTo>
                <a:lnTo>
                  <a:pt x="649690" y="907"/>
                </a:lnTo>
                <a:lnTo>
                  <a:pt x="664198" y="1587"/>
                </a:lnTo>
                <a:lnTo>
                  <a:pt x="678933" y="3173"/>
                </a:lnTo>
                <a:lnTo>
                  <a:pt x="694121" y="4533"/>
                </a:lnTo>
                <a:lnTo>
                  <a:pt x="708629" y="6573"/>
                </a:lnTo>
                <a:lnTo>
                  <a:pt x="723364" y="8840"/>
                </a:lnTo>
                <a:lnTo>
                  <a:pt x="738098" y="11560"/>
                </a:lnTo>
                <a:lnTo>
                  <a:pt x="752607" y="14506"/>
                </a:lnTo>
                <a:lnTo>
                  <a:pt x="767115" y="17906"/>
                </a:lnTo>
                <a:lnTo>
                  <a:pt x="781623" y="21533"/>
                </a:lnTo>
                <a:lnTo>
                  <a:pt x="796131" y="25839"/>
                </a:lnTo>
                <a:lnTo>
                  <a:pt x="810412" y="30146"/>
                </a:lnTo>
                <a:lnTo>
                  <a:pt x="824694" y="34905"/>
                </a:lnTo>
                <a:lnTo>
                  <a:pt x="838975" y="40118"/>
                </a:lnTo>
                <a:lnTo>
                  <a:pt x="853030" y="45558"/>
                </a:lnTo>
                <a:lnTo>
                  <a:pt x="866858" y="51451"/>
                </a:lnTo>
                <a:lnTo>
                  <a:pt x="880686" y="57571"/>
                </a:lnTo>
                <a:lnTo>
                  <a:pt x="894514" y="64144"/>
                </a:lnTo>
                <a:lnTo>
                  <a:pt x="907888" y="71170"/>
                </a:lnTo>
                <a:lnTo>
                  <a:pt x="921263" y="78423"/>
                </a:lnTo>
                <a:lnTo>
                  <a:pt x="934638" y="85903"/>
                </a:lnTo>
                <a:lnTo>
                  <a:pt x="947786" y="93836"/>
                </a:lnTo>
                <a:lnTo>
                  <a:pt x="960934" y="102222"/>
                </a:lnTo>
                <a:lnTo>
                  <a:pt x="973401" y="110835"/>
                </a:lnTo>
                <a:lnTo>
                  <a:pt x="986096" y="119901"/>
                </a:lnTo>
                <a:lnTo>
                  <a:pt x="998791" y="129421"/>
                </a:lnTo>
                <a:lnTo>
                  <a:pt x="1010805" y="139167"/>
                </a:lnTo>
                <a:lnTo>
                  <a:pt x="1023046" y="149140"/>
                </a:lnTo>
                <a:lnTo>
                  <a:pt x="1034607" y="159793"/>
                </a:lnTo>
                <a:lnTo>
                  <a:pt x="1046395" y="170446"/>
                </a:lnTo>
                <a:lnTo>
                  <a:pt x="1057956" y="181779"/>
                </a:lnTo>
                <a:lnTo>
                  <a:pt x="1067251" y="191072"/>
                </a:lnTo>
                <a:lnTo>
                  <a:pt x="1076318" y="200591"/>
                </a:lnTo>
                <a:lnTo>
                  <a:pt x="1084932" y="210564"/>
                </a:lnTo>
                <a:lnTo>
                  <a:pt x="1093546" y="220310"/>
                </a:lnTo>
                <a:lnTo>
                  <a:pt x="1101934" y="230283"/>
                </a:lnTo>
                <a:lnTo>
                  <a:pt x="1110095" y="240709"/>
                </a:lnTo>
                <a:lnTo>
                  <a:pt x="1117802" y="250909"/>
                </a:lnTo>
                <a:lnTo>
                  <a:pt x="1125510" y="261108"/>
                </a:lnTo>
                <a:lnTo>
                  <a:pt x="1132764" y="271988"/>
                </a:lnTo>
                <a:lnTo>
                  <a:pt x="1139791" y="282414"/>
                </a:lnTo>
                <a:lnTo>
                  <a:pt x="1146592" y="293294"/>
                </a:lnTo>
                <a:lnTo>
                  <a:pt x="1153166" y="304173"/>
                </a:lnTo>
                <a:lnTo>
                  <a:pt x="1159513" y="315279"/>
                </a:lnTo>
                <a:lnTo>
                  <a:pt x="1165634" y="326159"/>
                </a:lnTo>
                <a:lnTo>
                  <a:pt x="1171527" y="337492"/>
                </a:lnTo>
                <a:lnTo>
                  <a:pt x="1177195" y="348598"/>
                </a:lnTo>
                <a:lnTo>
                  <a:pt x="1182408" y="360157"/>
                </a:lnTo>
                <a:lnTo>
                  <a:pt x="1187622" y="371490"/>
                </a:lnTo>
                <a:lnTo>
                  <a:pt x="1192610" y="383050"/>
                </a:lnTo>
                <a:lnTo>
                  <a:pt x="1197143" y="394609"/>
                </a:lnTo>
                <a:lnTo>
                  <a:pt x="1201677" y="406395"/>
                </a:lnTo>
                <a:lnTo>
                  <a:pt x="1205984" y="418181"/>
                </a:lnTo>
                <a:lnTo>
                  <a:pt x="1209611" y="429741"/>
                </a:lnTo>
                <a:lnTo>
                  <a:pt x="1213465" y="441754"/>
                </a:lnTo>
                <a:lnTo>
                  <a:pt x="1216865" y="453540"/>
                </a:lnTo>
                <a:lnTo>
                  <a:pt x="1219812" y="465552"/>
                </a:lnTo>
                <a:lnTo>
                  <a:pt x="1222986" y="477792"/>
                </a:lnTo>
                <a:lnTo>
                  <a:pt x="1225706" y="489578"/>
                </a:lnTo>
                <a:lnTo>
                  <a:pt x="1228200" y="501818"/>
                </a:lnTo>
                <a:lnTo>
                  <a:pt x="1230240" y="514057"/>
                </a:lnTo>
                <a:lnTo>
                  <a:pt x="1232280" y="526070"/>
                </a:lnTo>
                <a:lnTo>
                  <a:pt x="1233867" y="538536"/>
                </a:lnTo>
                <a:lnTo>
                  <a:pt x="1235680" y="550775"/>
                </a:lnTo>
                <a:lnTo>
                  <a:pt x="1236814" y="563015"/>
                </a:lnTo>
                <a:lnTo>
                  <a:pt x="1237720" y="575254"/>
                </a:lnTo>
                <a:lnTo>
                  <a:pt x="1238401" y="587720"/>
                </a:lnTo>
                <a:lnTo>
                  <a:pt x="1239081" y="599733"/>
                </a:lnTo>
                <a:lnTo>
                  <a:pt x="1239307" y="612199"/>
                </a:lnTo>
                <a:lnTo>
                  <a:pt x="1239307" y="624665"/>
                </a:lnTo>
                <a:lnTo>
                  <a:pt x="1239081" y="636678"/>
                </a:lnTo>
                <a:lnTo>
                  <a:pt x="1238627" y="649144"/>
                </a:lnTo>
                <a:lnTo>
                  <a:pt x="1237947" y="661610"/>
                </a:lnTo>
                <a:lnTo>
                  <a:pt x="1237040" y="673623"/>
                </a:lnTo>
                <a:lnTo>
                  <a:pt x="1235907" y="686089"/>
                </a:lnTo>
                <a:lnTo>
                  <a:pt x="1234320" y="698102"/>
                </a:lnTo>
                <a:lnTo>
                  <a:pt x="1232507" y="710341"/>
                </a:lnTo>
                <a:lnTo>
                  <a:pt x="1230693" y="722807"/>
                </a:lnTo>
                <a:lnTo>
                  <a:pt x="1228653" y="734820"/>
                </a:lnTo>
                <a:lnTo>
                  <a:pt x="1226159" y="746833"/>
                </a:lnTo>
                <a:lnTo>
                  <a:pt x="1223439" y="759073"/>
                </a:lnTo>
                <a:lnTo>
                  <a:pt x="1220719" y="771085"/>
                </a:lnTo>
                <a:lnTo>
                  <a:pt x="1217545" y="783098"/>
                </a:lnTo>
                <a:lnTo>
                  <a:pt x="1214145" y="795111"/>
                </a:lnTo>
                <a:lnTo>
                  <a:pt x="1210518" y="806897"/>
                </a:lnTo>
                <a:lnTo>
                  <a:pt x="1206664" y="818683"/>
                </a:lnTo>
                <a:lnTo>
                  <a:pt x="1202357" y="830469"/>
                </a:lnTo>
                <a:lnTo>
                  <a:pt x="1198277" y="842255"/>
                </a:lnTo>
                <a:lnTo>
                  <a:pt x="1193516" y="853588"/>
                </a:lnTo>
                <a:lnTo>
                  <a:pt x="1188529" y="865374"/>
                </a:lnTo>
                <a:lnTo>
                  <a:pt x="1183769" y="876934"/>
                </a:lnTo>
                <a:lnTo>
                  <a:pt x="1178328" y="888267"/>
                </a:lnTo>
                <a:lnTo>
                  <a:pt x="1172661" y="899599"/>
                </a:lnTo>
                <a:lnTo>
                  <a:pt x="1166767" y="910706"/>
                </a:lnTo>
                <a:lnTo>
                  <a:pt x="1160646" y="921812"/>
                </a:lnTo>
                <a:lnTo>
                  <a:pt x="1534229" y="1295115"/>
                </a:lnTo>
                <a:lnTo>
                  <a:pt x="1540350" y="1301461"/>
                </a:lnTo>
                <a:lnTo>
                  <a:pt x="1545790" y="1308034"/>
                </a:lnTo>
                <a:lnTo>
                  <a:pt x="1551231" y="1314607"/>
                </a:lnTo>
                <a:lnTo>
                  <a:pt x="1556445" y="1321407"/>
                </a:lnTo>
                <a:lnTo>
                  <a:pt x="1560752" y="1328433"/>
                </a:lnTo>
                <a:lnTo>
                  <a:pt x="1565286" y="1335460"/>
                </a:lnTo>
                <a:lnTo>
                  <a:pt x="1569366" y="1342713"/>
                </a:lnTo>
                <a:lnTo>
                  <a:pt x="1572766" y="1349966"/>
                </a:lnTo>
                <a:lnTo>
                  <a:pt x="1576167" y="1357219"/>
                </a:lnTo>
                <a:lnTo>
                  <a:pt x="1578887" y="1364698"/>
                </a:lnTo>
                <a:lnTo>
                  <a:pt x="1581381" y="1372178"/>
                </a:lnTo>
                <a:lnTo>
                  <a:pt x="1583648" y="1379658"/>
                </a:lnTo>
                <a:lnTo>
                  <a:pt x="1585461" y="1387137"/>
                </a:lnTo>
                <a:lnTo>
                  <a:pt x="1586821" y="1394617"/>
                </a:lnTo>
                <a:lnTo>
                  <a:pt x="1587955" y="1402323"/>
                </a:lnTo>
                <a:lnTo>
                  <a:pt x="1588635" y="1409803"/>
                </a:lnTo>
                <a:lnTo>
                  <a:pt x="1589088" y="1417283"/>
                </a:lnTo>
                <a:lnTo>
                  <a:pt x="1589088" y="1424762"/>
                </a:lnTo>
                <a:lnTo>
                  <a:pt x="1588861" y="1432242"/>
                </a:lnTo>
                <a:lnTo>
                  <a:pt x="1588181" y="1439495"/>
                </a:lnTo>
                <a:lnTo>
                  <a:pt x="1587274" y="1446748"/>
                </a:lnTo>
                <a:lnTo>
                  <a:pt x="1585914" y="1454001"/>
                </a:lnTo>
                <a:lnTo>
                  <a:pt x="1584101" y="1461027"/>
                </a:lnTo>
                <a:lnTo>
                  <a:pt x="1581834" y="1467827"/>
                </a:lnTo>
                <a:lnTo>
                  <a:pt x="1579340" y="1474627"/>
                </a:lnTo>
                <a:lnTo>
                  <a:pt x="1576620" y="1481200"/>
                </a:lnTo>
                <a:lnTo>
                  <a:pt x="1573220" y="1487773"/>
                </a:lnTo>
                <a:lnTo>
                  <a:pt x="1569593" y="1494119"/>
                </a:lnTo>
                <a:lnTo>
                  <a:pt x="1565512" y="1500239"/>
                </a:lnTo>
                <a:lnTo>
                  <a:pt x="1561432" y="1506132"/>
                </a:lnTo>
                <a:lnTo>
                  <a:pt x="1556445" y="1511572"/>
                </a:lnTo>
                <a:lnTo>
                  <a:pt x="1551231" y="1517011"/>
                </a:lnTo>
                <a:lnTo>
                  <a:pt x="1517228" y="1551237"/>
                </a:lnTo>
                <a:lnTo>
                  <a:pt x="1511787" y="1556223"/>
                </a:lnTo>
                <a:lnTo>
                  <a:pt x="1506120" y="1561209"/>
                </a:lnTo>
                <a:lnTo>
                  <a:pt x="1500226" y="1565516"/>
                </a:lnTo>
                <a:lnTo>
                  <a:pt x="1494106" y="1569369"/>
                </a:lnTo>
                <a:lnTo>
                  <a:pt x="1487985" y="1573222"/>
                </a:lnTo>
                <a:lnTo>
                  <a:pt x="1481411" y="1576395"/>
                </a:lnTo>
                <a:lnTo>
                  <a:pt x="1474837" y="1579342"/>
                </a:lnTo>
                <a:lnTo>
                  <a:pt x="1468036" y="1581835"/>
                </a:lnTo>
                <a:lnTo>
                  <a:pt x="1461009" y="1583875"/>
                </a:lnTo>
                <a:lnTo>
                  <a:pt x="1453982" y="1585688"/>
                </a:lnTo>
                <a:lnTo>
                  <a:pt x="1446728" y="1587275"/>
                </a:lnTo>
                <a:lnTo>
                  <a:pt x="1439474" y="1588182"/>
                </a:lnTo>
                <a:lnTo>
                  <a:pt x="1432219" y="1588862"/>
                </a:lnTo>
                <a:lnTo>
                  <a:pt x="1424739" y="1589088"/>
                </a:lnTo>
                <a:lnTo>
                  <a:pt x="1417258" y="1589088"/>
                </a:lnTo>
                <a:lnTo>
                  <a:pt x="1409777" y="1588862"/>
                </a:lnTo>
                <a:lnTo>
                  <a:pt x="1402296" y="1587955"/>
                </a:lnTo>
                <a:lnTo>
                  <a:pt x="1394589" y="1587048"/>
                </a:lnTo>
                <a:lnTo>
                  <a:pt x="1387108" y="1585235"/>
                </a:lnTo>
                <a:lnTo>
                  <a:pt x="1379628" y="1583422"/>
                </a:lnTo>
                <a:lnTo>
                  <a:pt x="1372147" y="1581382"/>
                </a:lnTo>
                <a:lnTo>
                  <a:pt x="1364666" y="1578662"/>
                </a:lnTo>
                <a:lnTo>
                  <a:pt x="1357186" y="1575942"/>
                </a:lnTo>
                <a:lnTo>
                  <a:pt x="1349931" y="1572769"/>
                </a:lnTo>
                <a:lnTo>
                  <a:pt x="1342677" y="1569142"/>
                </a:lnTo>
                <a:lnTo>
                  <a:pt x="1335423" y="1565289"/>
                </a:lnTo>
                <a:lnTo>
                  <a:pt x="1328396" y="1560756"/>
                </a:lnTo>
                <a:lnTo>
                  <a:pt x="1321369" y="1556223"/>
                </a:lnTo>
                <a:lnTo>
                  <a:pt x="1314568" y="1551237"/>
                </a:lnTo>
                <a:lnTo>
                  <a:pt x="1307994" y="1545797"/>
                </a:lnTo>
                <a:lnTo>
                  <a:pt x="1301420" y="1540130"/>
                </a:lnTo>
                <a:lnTo>
                  <a:pt x="1295299" y="1534011"/>
                </a:lnTo>
                <a:lnTo>
                  <a:pt x="921716" y="1160708"/>
                </a:lnTo>
                <a:lnTo>
                  <a:pt x="910835" y="1166827"/>
                </a:lnTo>
                <a:lnTo>
                  <a:pt x="899501" y="1172720"/>
                </a:lnTo>
                <a:lnTo>
                  <a:pt x="888166" y="1178160"/>
                </a:lnTo>
                <a:lnTo>
                  <a:pt x="876832" y="1183600"/>
                </a:lnTo>
                <a:lnTo>
                  <a:pt x="865498" y="1188586"/>
                </a:lnTo>
                <a:lnTo>
                  <a:pt x="853710" y="1193346"/>
                </a:lnTo>
                <a:lnTo>
                  <a:pt x="842375" y="1198106"/>
                </a:lnTo>
                <a:lnTo>
                  <a:pt x="830588" y="1202412"/>
                </a:lnTo>
                <a:lnTo>
                  <a:pt x="818573" y="1206492"/>
                </a:lnTo>
                <a:lnTo>
                  <a:pt x="807012" y="1210572"/>
                </a:lnTo>
                <a:lnTo>
                  <a:pt x="794997" y="1213972"/>
                </a:lnTo>
                <a:lnTo>
                  <a:pt x="783210" y="1217598"/>
                </a:lnTo>
                <a:lnTo>
                  <a:pt x="771195" y="1220545"/>
                </a:lnTo>
                <a:lnTo>
                  <a:pt x="758954" y="1223265"/>
                </a:lnTo>
                <a:lnTo>
                  <a:pt x="746939" y="1226211"/>
                </a:lnTo>
                <a:lnTo>
                  <a:pt x="734698" y="1228478"/>
                </a:lnTo>
                <a:lnTo>
                  <a:pt x="722457" y="1230518"/>
                </a:lnTo>
                <a:lnTo>
                  <a:pt x="710442" y="1232784"/>
                </a:lnTo>
                <a:lnTo>
                  <a:pt x="698201" y="1234371"/>
                </a:lnTo>
                <a:lnTo>
                  <a:pt x="685960" y="1235731"/>
                </a:lnTo>
                <a:lnTo>
                  <a:pt x="673719" y="1236864"/>
                </a:lnTo>
                <a:lnTo>
                  <a:pt x="661478" y="1237771"/>
                </a:lnTo>
                <a:lnTo>
                  <a:pt x="649010" y="1238451"/>
                </a:lnTo>
                <a:lnTo>
                  <a:pt x="636769" y="1239131"/>
                </a:lnTo>
                <a:lnTo>
                  <a:pt x="624527" y="1239357"/>
                </a:lnTo>
                <a:lnTo>
                  <a:pt x="612060" y="1239357"/>
                </a:lnTo>
                <a:lnTo>
                  <a:pt x="599818" y="1239131"/>
                </a:lnTo>
                <a:lnTo>
                  <a:pt x="587577" y="1238451"/>
                </a:lnTo>
                <a:lnTo>
                  <a:pt x="575109" y="1237544"/>
                </a:lnTo>
                <a:lnTo>
                  <a:pt x="562868" y="1236638"/>
                </a:lnTo>
                <a:lnTo>
                  <a:pt x="550627" y="1235504"/>
                </a:lnTo>
                <a:lnTo>
                  <a:pt x="538612" y="1233918"/>
                </a:lnTo>
                <a:lnTo>
                  <a:pt x="526145" y="1232331"/>
                </a:lnTo>
                <a:lnTo>
                  <a:pt x="513903" y="1230291"/>
                </a:lnTo>
                <a:lnTo>
                  <a:pt x="501889" y="1228025"/>
                </a:lnTo>
                <a:lnTo>
                  <a:pt x="489648" y="1225758"/>
                </a:lnTo>
                <a:lnTo>
                  <a:pt x="477633" y="1222811"/>
                </a:lnTo>
                <a:lnTo>
                  <a:pt x="465619" y="1219865"/>
                </a:lnTo>
                <a:lnTo>
                  <a:pt x="453604" y="1216918"/>
                </a:lnTo>
                <a:lnTo>
                  <a:pt x="441590" y="1213292"/>
                </a:lnTo>
                <a:lnTo>
                  <a:pt x="429802" y="1209665"/>
                </a:lnTo>
                <a:lnTo>
                  <a:pt x="418014" y="1205812"/>
                </a:lnTo>
                <a:lnTo>
                  <a:pt x="406453" y="1201506"/>
                </a:lnTo>
                <a:lnTo>
                  <a:pt x="394665" y="1197199"/>
                </a:lnTo>
                <a:lnTo>
                  <a:pt x="383104" y="1192440"/>
                </a:lnTo>
                <a:lnTo>
                  <a:pt x="371543" y="1187680"/>
                </a:lnTo>
                <a:lnTo>
                  <a:pt x="359982" y="1182467"/>
                </a:lnTo>
                <a:lnTo>
                  <a:pt x="348647" y="1177027"/>
                </a:lnTo>
                <a:lnTo>
                  <a:pt x="337313" y="1171360"/>
                </a:lnTo>
                <a:lnTo>
                  <a:pt x="326205" y="1165694"/>
                </a:lnTo>
                <a:lnTo>
                  <a:pt x="315097" y="1159574"/>
                </a:lnTo>
                <a:lnTo>
                  <a:pt x="304216" y="1153228"/>
                </a:lnTo>
                <a:lnTo>
                  <a:pt x="293109" y="1146655"/>
                </a:lnTo>
                <a:lnTo>
                  <a:pt x="282454" y="1139629"/>
                </a:lnTo>
                <a:lnTo>
                  <a:pt x="272026" y="1132602"/>
                </a:lnTo>
                <a:lnTo>
                  <a:pt x="261145" y="1125349"/>
                </a:lnTo>
                <a:lnTo>
                  <a:pt x="250944" y="1117643"/>
                </a:lnTo>
                <a:lnTo>
                  <a:pt x="240517" y="1109937"/>
                </a:lnTo>
                <a:lnTo>
                  <a:pt x="230316" y="1101777"/>
                </a:lnTo>
                <a:lnTo>
                  <a:pt x="220341" y="1093617"/>
                </a:lnTo>
                <a:lnTo>
                  <a:pt x="210367" y="1085004"/>
                </a:lnTo>
                <a:lnTo>
                  <a:pt x="200620" y="1076391"/>
                </a:lnTo>
                <a:lnTo>
                  <a:pt x="191099" y="1067099"/>
                </a:lnTo>
                <a:lnTo>
                  <a:pt x="181578" y="1057806"/>
                </a:lnTo>
                <a:lnTo>
                  <a:pt x="170470" y="1046473"/>
                </a:lnTo>
                <a:lnTo>
                  <a:pt x="159589" y="1034913"/>
                </a:lnTo>
                <a:lnTo>
                  <a:pt x="149161" y="1022901"/>
                </a:lnTo>
                <a:lnTo>
                  <a:pt x="139187" y="1010888"/>
                </a:lnTo>
                <a:lnTo>
                  <a:pt x="129213" y="998648"/>
                </a:lnTo>
                <a:lnTo>
                  <a:pt x="119918" y="985956"/>
                </a:lnTo>
                <a:lnTo>
                  <a:pt x="110851" y="973489"/>
                </a:lnTo>
                <a:lnTo>
                  <a:pt x="102237" y="960797"/>
                </a:lnTo>
                <a:lnTo>
                  <a:pt x="93849" y="947651"/>
                </a:lnTo>
                <a:lnTo>
                  <a:pt x="85688" y="934505"/>
                </a:lnTo>
                <a:lnTo>
                  <a:pt x="78208" y="921358"/>
                </a:lnTo>
                <a:lnTo>
                  <a:pt x="70954" y="907986"/>
                </a:lnTo>
                <a:lnTo>
                  <a:pt x="64153" y="894386"/>
                </a:lnTo>
                <a:lnTo>
                  <a:pt x="57579" y="880560"/>
                </a:lnTo>
                <a:lnTo>
                  <a:pt x="51232" y="866734"/>
                </a:lnTo>
                <a:lnTo>
                  <a:pt x="45338" y="852908"/>
                </a:lnTo>
                <a:lnTo>
                  <a:pt x="39897" y="838856"/>
                </a:lnTo>
                <a:lnTo>
                  <a:pt x="34910" y="824803"/>
                </a:lnTo>
                <a:lnTo>
                  <a:pt x="30150" y="810524"/>
                </a:lnTo>
                <a:lnTo>
                  <a:pt x="25616" y="796244"/>
                </a:lnTo>
                <a:lnTo>
                  <a:pt x="21535" y="781738"/>
                </a:lnTo>
                <a:lnTo>
                  <a:pt x="17682" y="767232"/>
                </a:lnTo>
                <a:lnTo>
                  <a:pt x="14508" y="752726"/>
                </a:lnTo>
                <a:lnTo>
                  <a:pt x="11334" y="738220"/>
                </a:lnTo>
                <a:lnTo>
                  <a:pt x="8841" y="723487"/>
                </a:lnTo>
                <a:lnTo>
                  <a:pt x="6574" y="708755"/>
                </a:lnTo>
                <a:lnTo>
                  <a:pt x="4307" y="694022"/>
                </a:lnTo>
                <a:lnTo>
                  <a:pt x="2947" y="679289"/>
                </a:lnTo>
                <a:lnTo>
                  <a:pt x="1587" y="664330"/>
                </a:lnTo>
                <a:lnTo>
                  <a:pt x="680" y="649597"/>
                </a:lnTo>
                <a:lnTo>
                  <a:pt x="227" y="634638"/>
                </a:lnTo>
                <a:lnTo>
                  <a:pt x="0" y="619905"/>
                </a:lnTo>
                <a:lnTo>
                  <a:pt x="227" y="604946"/>
                </a:lnTo>
                <a:lnTo>
                  <a:pt x="680" y="589987"/>
                </a:lnTo>
                <a:lnTo>
                  <a:pt x="1587" y="575254"/>
                </a:lnTo>
                <a:lnTo>
                  <a:pt x="2947" y="560295"/>
                </a:lnTo>
                <a:lnTo>
                  <a:pt x="4307" y="545562"/>
                </a:lnTo>
                <a:lnTo>
                  <a:pt x="6574" y="530830"/>
                </a:lnTo>
                <a:lnTo>
                  <a:pt x="8841" y="516097"/>
                </a:lnTo>
                <a:lnTo>
                  <a:pt x="11334" y="501364"/>
                </a:lnTo>
                <a:lnTo>
                  <a:pt x="14508" y="486858"/>
                </a:lnTo>
                <a:lnTo>
                  <a:pt x="17682" y="472352"/>
                </a:lnTo>
                <a:lnTo>
                  <a:pt x="21535" y="457846"/>
                </a:lnTo>
                <a:lnTo>
                  <a:pt x="25616" y="443340"/>
                </a:lnTo>
                <a:lnTo>
                  <a:pt x="30150" y="429061"/>
                </a:lnTo>
                <a:lnTo>
                  <a:pt x="34910" y="414781"/>
                </a:lnTo>
                <a:lnTo>
                  <a:pt x="39897" y="400502"/>
                </a:lnTo>
                <a:lnTo>
                  <a:pt x="45338" y="386449"/>
                </a:lnTo>
                <a:lnTo>
                  <a:pt x="51232" y="372850"/>
                </a:lnTo>
                <a:lnTo>
                  <a:pt x="57579" y="359024"/>
                </a:lnTo>
                <a:lnTo>
                  <a:pt x="64153" y="345198"/>
                </a:lnTo>
                <a:lnTo>
                  <a:pt x="70954" y="331599"/>
                </a:lnTo>
                <a:lnTo>
                  <a:pt x="78208" y="318226"/>
                </a:lnTo>
                <a:lnTo>
                  <a:pt x="85688" y="304853"/>
                </a:lnTo>
                <a:lnTo>
                  <a:pt x="93849" y="291934"/>
                </a:lnTo>
                <a:lnTo>
                  <a:pt x="102237" y="278788"/>
                </a:lnTo>
                <a:lnTo>
                  <a:pt x="110851" y="266095"/>
                </a:lnTo>
                <a:lnTo>
                  <a:pt x="119918" y="253402"/>
                </a:lnTo>
                <a:lnTo>
                  <a:pt x="129213" y="240936"/>
                </a:lnTo>
                <a:lnTo>
                  <a:pt x="139187" y="228697"/>
                </a:lnTo>
                <a:lnTo>
                  <a:pt x="149161" y="216457"/>
                </a:lnTo>
                <a:lnTo>
                  <a:pt x="159589" y="204671"/>
                </a:lnTo>
                <a:lnTo>
                  <a:pt x="170470" y="193111"/>
                </a:lnTo>
                <a:lnTo>
                  <a:pt x="181578" y="181779"/>
                </a:lnTo>
                <a:lnTo>
                  <a:pt x="193139" y="170446"/>
                </a:lnTo>
                <a:lnTo>
                  <a:pt x="204473" y="159793"/>
                </a:lnTo>
                <a:lnTo>
                  <a:pt x="216488" y="149140"/>
                </a:lnTo>
                <a:lnTo>
                  <a:pt x="228729" y="139167"/>
                </a:lnTo>
                <a:lnTo>
                  <a:pt x="240743" y="129421"/>
                </a:lnTo>
                <a:lnTo>
                  <a:pt x="253438" y="119901"/>
                </a:lnTo>
                <a:lnTo>
                  <a:pt x="266133" y="110835"/>
                </a:lnTo>
                <a:lnTo>
                  <a:pt x="278600" y="102222"/>
                </a:lnTo>
                <a:lnTo>
                  <a:pt x="291748" y="93836"/>
                </a:lnTo>
                <a:lnTo>
                  <a:pt x="304896" y="85903"/>
                </a:lnTo>
                <a:lnTo>
                  <a:pt x="318271" y="78423"/>
                </a:lnTo>
                <a:lnTo>
                  <a:pt x="331646" y="71170"/>
                </a:lnTo>
                <a:lnTo>
                  <a:pt x="345020" y="64144"/>
                </a:lnTo>
                <a:lnTo>
                  <a:pt x="358848" y="57571"/>
                </a:lnTo>
                <a:lnTo>
                  <a:pt x="372676" y="51451"/>
                </a:lnTo>
                <a:lnTo>
                  <a:pt x="386504" y="45558"/>
                </a:lnTo>
                <a:lnTo>
                  <a:pt x="400559" y="40118"/>
                </a:lnTo>
                <a:lnTo>
                  <a:pt x="414840" y="34905"/>
                </a:lnTo>
                <a:lnTo>
                  <a:pt x="429122" y="30146"/>
                </a:lnTo>
                <a:lnTo>
                  <a:pt x="443403" y="25839"/>
                </a:lnTo>
                <a:lnTo>
                  <a:pt x="457911" y="21533"/>
                </a:lnTo>
                <a:lnTo>
                  <a:pt x="472419" y="17906"/>
                </a:lnTo>
                <a:lnTo>
                  <a:pt x="486927" y="14506"/>
                </a:lnTo>
                <a:lnTo>
                  <a:pt x="501435" y="11560"/>
                </a:lnTo>
                <a:lnTo>
                  <a:pt x="515944" y="8840"/>
                </a:lnTo>
                <a:lnTo>
                  <a:pt x="530678" y="6573"/>
                </a:lnTo>
                <a:lnTo>
                  <a:pt x="545413" y="4533"/>
                </a:lnTo>
                <a:lnTo>
                  <a:pt x="560148" y="3173"/>
                </a:lnTo>
                <a:lnTo>
                  <a:pt x="575109" y="1587"/>
                </a:lnTo>
                <a:lnTo>
                  <a:pt x="589844" y="907"/>
                </a:lnTo>
                <a:lnTo>
                  <a:pt x="604806" y="227"/>
                </a:lnTo>
                <a:lnTo>
                  <a:pt x="61954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chemeClr val="accent1"/>
              </a:solidFill>
              <a:latin typeface="Roboto Slab" pitchFamily="2" charset="0"/>
              <a:ea typeface="黑体" panose="02010609060101010101" charset="-122"/>
              <a:cs typeface="+mn-ea"/>
              <a:sym typeface="Roboto Slab" pitchFamily="2" charset="0"/>
            </a:endParaRPr>
          </a:p>
        </p:txBody>
      </p:sp>
      <p:sp>
        <p:nvSpPr>
          <p:cNvPr id="43" name="MH_Other_8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1906743" y="3438525"/>
            <a:ext cx="396875" cy="393700"/>
          </a:xfrm>
          <a:custGeom>
            <a:avLst/>
            <a:gdLst>
              <a:gd name="T0" fmla="*/ 615878 w 2390775"/>
              <a:gd name="T1" fmla="*/ 1467970 h 2365376"/>
              <a:gd name="T2" fmla="*/ 587250 w 2390775"/>
              <a:gd name="T3" fmla="*/ 1401697 h 2365376"/>
              <a:gd name="T4" fmla="*/ 1282649 w 2390775"/>
              <a:gd name="T5" fmla="*/ 1393474 h 2365376"/>
              <a:gd name="T6" fmla="*/ 1180915 w 2390775"/>
              <a:gd name="T7" fmla="*/ 1446870 h 2365376"/>
              <a:gd name="T8" fmla="*/ 1210073 w 2390775"/>
              <a:gd name="T9" fmla="*/ 1382167 h 2365376"/>
              <a:gd name="T10" fmla="*/ 653657 w 2390775"/>
              <a:gd name="T11" fmla="*/ 1314699 h 2365376"/>
              <a:gd name="T12" fmla="*/ 646041 w 2390775"/>
              <a:gd name="T13" fmla="*/ 1180275 h 2365376"/>
              <a:gd name="T14" fmla="*/ 589870 w 2390775"/>
              <a:gd name="T15" fmla="*/ 1105327 h 2365376"/>
              <a:gd name="T16" fmla="*/ 599516 w 2390775"/>
              <a:gd name="T17" fmla="*/ 1141280 h 2365376"/>
              <a:gd name="T18" fmla="*/ 579914 w 2390775"/>
              <a:gd name="T19" fmla="*/ 1158779 h 2365376"/>
              <a:gd name="T20" fmla="*/ 541333 w 2390775"/>
              <a:gd name="T21" fmla="*/ 1105965 h 2365376"/>
              <a:gd name="T22" fmla="*/ 1137260 w 2390775"/>
              <a:gd name="T23" fmla="*/ 1009231 h 2365376"/>
              <a:gd name="T24" fmla="*/ 1143562 w 2390775"/>
              <a:gd name="T25" fmla="*/ 1026145 h 2365376"/>
              <a:gd name="T26" fmla="*/ 1096615 w 2390775"/>
              <a:gd name="T27" fmla="*/ 1069549 h 2365376"/>
              <a:gd name="T28" fmla="*/ 1102602 w 2390775"/>
              <a:gd name="T29" fmla="*/ 1001572 h 2365376"/>
              <a:gd name="T30" fmla="*/ 972739 w 2390775"/>
              <a:gd name="T31" fmla="*/ 835988 h 2365376"/>
              <a:gd name="T32" fmla="*/ 989500 w 2390775"/>
              <a:gd name="T33" fmla="*/ 1138672 h 2365376"/>
              <a:gd name="T34" fmla="*/ 639427 w 2390775"/>
              <a:gd name="T35" fmla="*/ 1423644 h 2365376"/>
              <a:gd name="T36" fmla="*/ 599898 w 2390775"/>
              <a:gd name="T37" fmla="*/ 1003302 h 2365376"/>
              <a:gd name="T38" fmla="*/ 529694 w 2390775"/>
              <a:gd name="T39" fmla="*/ 1090596 h 2365376"/>
              <a:gd name="T40" fmla="*/ 602428 w 2390775"/>
              <a:gd name="T41" fmla="*/ 868249 h 2365376"/>
              <a:gd name="T42" fmla="*/ 861740 w 2390775"/>
              <a:gd name="T43" fmla="*/ 924231 h 2365376"/>
              <a:gd name="T44" fmla="*/ 755609 w 2390775"/>
              <a:gd name="T45" fmla="*/ 542052 h 2365376"/>
              <a:gd name="T46" fmla="*/ 929665 w 2390775"/>
              <a:gd name="T47" fmla="*/ 525915 h 2365376"/>
              <a:gd name="T48" fmla="*/ 909019 w 2390775"/>
              <a:gd name="T49" fmla="*/ 571798 h 2365376"/>
              <a:gd name="T50" fmla="*/ 936652 w 2390775"/>
              <a:gd name="T51" fmla="*/ 586353 h 2365376"/>
              <a:gd name="T52" fmla="*/ 928394 w 2390775"/>
              <a:gd name="T53" fmla="*/ 688879 h 2365376"/>
              <a:gd name="T54" fmla="*/ 840414 w 2390775"/>
              <a:gd name="T55" fmla="*/ 772101 h 2365376"/>
              <a:gd name="T56" fmla="*/ 742269 w 2390775"/>
              <a:gd name="T57" fmla="*/ 675588 h 2365376"/>
              <a:gd name="T58" fmla="*/ 738139 w 2390775"/>
              <a:gd name="T59" fmla="*/ 608504 h 2365376"/>
              <a:gd name="T60" fmla="*/ 761643 w 2390775"/>
              <a:gd name="T61" fmla="*/ 510093 h 2365376"/>
              <a:gd name="T62" fmla="*/ 617010 w 2390775"/>
              <a:gd name="T63" fmla="*/ 449064 h 2365376"/>
              <a:gd name="T64" fmla="*/ 350272 w 2390775"/>
              <a:gd name="T65" fmla="*/ 638327 h 2365376"/>
              <a:gd name="T66" fmla="*/ 215163 w 2390775"/>
              <a:gd name="T67" fmla="*/ 939947 h 2365376"/>
              <a:gd name="T68" fmla="*/ 256613 w 2390775"/>
              <a:gd name="T69" fmla="*/ 1277331 h 2365376"/>
              <a:gd name="T70" fmla="*/ 458486 w 2390775"/>
              <a:gd name="T71" fmla="*/ 1534008 h 2365376"/>
              <a:gd name="T72" fmla="*/ 767308 w 2390775"/>
              <a:gd name="T73" fmla="*/ 1655225 h 2365376"/>
              <a:gd name="T74" fmla="*/ 1101127 w 2390775"/>
              <a:gd name="T75" fmla="*/ 1596674 h 2365376"/>
              <a:gd name="T76" fmla="*/ 1347614 w 2390775"/>
              <a:gd name="T77" fmla="*/ 1383040 h 2365376"/>
              <a:gd name="T78" fmla="*/ 1453614 w 2390775"/>
              <a:gd name="T79" fmla="*/ 1066861 h 2365376"/>
              <a:gd name="T80" fmla="*/ 1378939 w 2390775"/>
              <a:gd name="T81" fmla="*/ 738024 h 2365376"/>
              <a:gd name="T82" fmla="*/ 1153652 w 2390775"/>
              <a:gd name="T83" fmla="*/ 501602 h 2365376"/>
              <a:gd name="T84" fmla="*/ 831224 w 2390775"/>
              <a:gd name="T85" fmla="*/ 411085 h 2365376"/>
              <a:gd name="T86" fmla="*/ 989432 w 2390775"/>
              <a:gd name="T87" fmla="*/ 315187 h 2365376"/>
              <a:gd name="T88" fmla="*/ 1471649 w 2390775"/>
              <a:gd name="T89" fmla="*/ 671876 h 2365376"/>
              <a:gd name="T90" fmla="*/ 1554866 w 2390775"/>
              <a:gd name="T91" fmla="*/ 1171938 h 2365376"/>
              <a:gd name="T92" fmla="*/ 1239716 w 2390775"/>
              <a:gd name="T93" fmla="*/ 1647313 h 2365376"/>
              <a:gd name="T94" fmla="*/ 646121 w 2390775"/>
              <a:gd name="T95" fmla="*/ 1748275 h 2365376"/>
              <a:gd name="T96" fmla="*/ 110112 w 2390775"/>
              <a:gd name="T97" fmla="*/ 1186813 h 2365376"/>
              <a:gd name="T98" fmla="*/ 251551 w 2390775"/>
              <a:gd name="T99" fmla="*/ 580725 h 2365376"/>
              <a:gd name="T100" fmla="*/ 1549044 w 2390775"/>
              <a:gd name="T101" fmla="*/ 160116 h 2365376"/>
              <a:gd name="T102" fmla="*/ 1461002 w 2390775"/>
              <a:gd name="T103" fmla="*/ 284475 h 2365376"/>
              <a:gd name="T104" fmla="*/ 1550307 w 2390775"/>
              <a:gd name="T105" fmla="*/ 426554 h 2365376"/>
              <a:gd name="T106" fmla="*/ 1719764 w 2390775"/>
              <a:gd name="T107" fmla="*/ 380038 h 2365376"/>
              <a:gd name="T108" fmla="*/ 1735543 w 2390775"/>
              <a:gd name="T109" fmla="*/ 232579 h 2365376"/>
              <a:gd name="T110" fmla="*/ 1705909 w 2390775"/>
              <a:gd name="T111" fmla="*/ 94508 h 2365376"/>
              <a:gd name="T112" fmla="*/ 1774050 w 2390775"/>
              <a:gd name="T113" fmla="*/ 148403 h 2365376"/>
              <a:gd name="T114" fmla="*/ 1781614 w 2390775"/>
              <a:gd name="T115" fmla="*/ 428769 h 2365376"/>
              <a:gd name="T116" fmla="*/ 1600166 w 2390775"/>
              <a:gd name="T117" fmla="*/ 516104 h 2365376"/>
              <a:gd name="T118" fmla="*/ 1452167 w 2390775"/>
              <a:gd name="T119" fmla="*/ 455349 h 2365376"/>
              <a:gd name="T120" fmla="*/ 1310478 w 2390775"/>
              <a:gd name="T121" fmla="*/ 259477 h 2365376"/>
              <a:gd name="T122" fmla="*/ 1562614 w 2390775"/>
              <a:gd name="T123" fmla="*/ 74046 h 236537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390775" h="2365376">
                <a:moveTo>
                  <a:pt x="761351" y="1739900"/>
                </a:moveTo>
                <a:lnTo>
                  <a:pt x="791690" y="1805294"/>
                </a:lnTo>
                <a:lnTo>
                  <a:pt x="794883" y="1808051"/>
                </a:lnTo>
                <a:lnTo>
                  <a:pt x="797278" y="1811991"/>
                </a:lnTo>
                <a:lnTo>
                  <a:pt x="800871" y="1817112"/>
                </a:lnTo>
                <a:lnTo>
                  <a:pt x="803266" y="1822233"/>
                </a:lnTo>
                <a:lnTo>
                  <a:pt x="804065" y="1825384"/>
                </a:lnTo>
                <a:lnTo>
                  <a:pt x="804863" y="1828536"/>
                </a:lnTo>
                <a:lnTo>
                  <a:pt x="804863" y="1831687"/>
                </a:lnTo>
                <a:lnTo>
                  <a:pt x="804863" y="1834839"/>
                </a:lnTo>
                <a:lnTo>
                  <a:pt x="804065" y="1837990"/>
                </a:lnTo>
                <a:lnTo>
                  <a:pt x="802867" y="1841142"/>
                </a:lnTo>
                <a:lnTo>
                  <a:pt x="801670" y="1842718"/>
                </a:lnTo>
                <a:lnTo>
                  <a:pt x="799674" y="1844687"/>
                </a:lnTo>
                <a:lnTo>
                  <a:pt x="797278" y="1845475"/>
                </a:lnTo>
                <a:lnTo>
                  <a:pt x="794484" y="1845869"/>
                </a:lnTo>
                <a:lnTo>
                  <a:pt x="790891" y="1846263"/>
                </a:lnTo>
                <a:lnTo>
                  <a:pt x="787698" y="1845869"/>
                </a:lnTo>
                <a:lnTo>
                  <a:pt x="784105" y="1845475"/>
                </a:lnTo>
                <a:lnTo>
                  <a:pt x="780512" y="1844293"/>
                </a:lnTo>
                <a:lnTo>
                  <a:pt x="776520" y="1842718"/>
                </a:lnTo>
                <a:lnTo>
                  <a:pt x="772927" y="1841142"/>
                </a:lnTo>
                <a:lnTo>
                  <a:pt x="768935" y="1839172"/>
                </a:lnTo>
                <a:lnTo>
                  <a:pt x="765343" y="1836809"/>
                </a:lnTo>
                <a:lnTo>
                  <a:pt x="761750" y="1834051"/>
                </a:lnTo>
                <a:lnTo>
                  <a:pt x="758955" y="1831294"/>
                </a:lnTo>
                <a:lnTo>
                  <a:pt x="756161" y="1827748"/>
                </a:lnTo>
                <a:lnTo>
                  <a:pt x="754165" y="1824597"/>
                </a:lnTo>
                <a:lnTo>
                  <a:pt x="748975" y="1815536"/>
                </a:lnTo>
                <a:lnTo>
                  <a:pt x="745782" y="1808839"/>
                </a:lnTo>
                <a:lnTo>
                  <a:pt x="743387" y="1803718"/>
                </a:lnTo>
                <a:lnTo>
                  <a:pt x="742588" y="1799385"/>
                </a:lnTo>
                <a:lnTo>
                  <a:pt x="742588" y="1795051"/>
                </a:lnTo>
                <a:lnTo>
                  <a:pt x="743387" y="1790718"/>
                </a:lnTo>
                <a:lnTo>
                  <a:pt x="746181" y="1778112"/>
                </a:lnTo>
                <a:lnTo>
                  <a:pt x="746979" y="1774173"/>
                </a:lnTo>
                <a:lnTo>
                  <a:pt x="746979" y="1772203"/>
                </a:lnTo>
                <a:lnTo>
                  <a:pt x="746181" y="1771021"/>
                </a:lnTo>
                <a:lnTo>
                  <a:pt x="745383" y="1770627"/>
                </a:lnTo>
                <a:lnTo>
                  <a:pt x="742987" y="1770627"/>
                </a:lnTo>
                <a:lnTo>
                  <a:pt x="742189" y="1770233"/>
                </a:lnTo>
                <a:lnTo>
                  <a:pt x="741790" y="1769839"/>
                </a:lnTo>
                <a:lnTo>
                  <a:pt x="738596" y="1761961"/>
                </a:lnTo>
                <a:lnTo>
                  <a:pt x="736999" y="1758021"/>
                </a:lnTo>
                <a:lnTo>
                  <a:pt x="736600" y="1756052"/>
                </a:lnTo>
                <a:lnTo>
                  <a:pt x="736600" y="1754476"/>
                </a:lnTo>
                <a:lnTo>
                  <a:pt x="742189" y="1750536"/>
                </a:lnTo>
                <a:lnTo>
                  <a:pt x="747379" y="1747385"/>
                </a:lnTo>
                <a:lnTo>
                  <a:pt x="750971" y="1745021"/>
                </a:lnTo>
                <a:lnTo>
                  <a:pt x="754165" y="1743839"/>
                </a:lnTo>
                <a:lnTo>
                  <a:pt x="758556" y="1741870"/>
                </a:lnTo>
                <a:lnTo>
                  <a:pt x="759754" y="1741870"/>
                </a:lnTo>
                <a:lnTo>
                  <a:pt x="761351" y="1739900"/>
                </a:lnTo>
                <a:close/>
                <a:moveTo>
                  <a:pt x="1554438" y="1730375"/>
                </a:moveTo>
                <a:lnTo>
                  <a:pt x="1565575" y="1730375"/>
                </a:lnTo>
                <a:lnTo>
                  <a:pt x="1575916" y="1730375"/>
                </a:lnTo>
                <a:lnTo>
                  <a:pt x="1586258" y="1731163"/>
                </a:lnTo>
                <a:lnTo>
                  <a:pt x="1591031" y="1731951"/>
                </a:lnTo>
                <a:lnTo>
                  <a:pt x="1595008" y="1733133"/>
                </a:lnTo>
                <a:lnTo>
                  <a:pt x="1598986" y="1734314"/>
                </a:lnTo>
                <a:lnTo>
                  <a:pt x="1602168" y="1735890"/>
                </a:lnTo>
                <a:lnTo>
                  <a:pt x="1605350" y="1737860"/>
                </a:lnTo>
                <a:lnTo>
                  <a:pt x="1607339" y="1739830"/>
                </a:lnTo>
                <a:lnTo>
                  <a:pt x="1608929" y="1741799"/>
                </a:lnTo>
                <a:lnTo>
                  <a:pt x="1609725" y="1744951"/>
                </a:lnTo>
                <a:lnTo>
                  <a:pt x="1609725" y="1747708"/>
                </a:lnTo>
                <a:lnTo>
                  <a:pt x="1608929" y="1751648"/>
                </a:lnTo>
                <a:lnTo>
                  <a:pt x="1607339" y="1755193"/>
                </a:lnTo>
                <a:lnTo>
                  <a:pt x="1604554" y="1759920"/>
                </a:lnTo>
                <a:lnTo>
                  <a:pt x="1600577" y="1764648"/>
                </a:lnTo>
                <a:lnTo>
                  <a:pt x="1595804" y="1769769"/>
                </a:lnTo>
                <a:lnTo>
                  <a:pt x="1589042" y="1776072"/>
                </a:lnTo>
                <a:lnTo>
                  <a:pt x="1582678" y="1781193"/>
                </a:lnTo>
                <a:lnTo>
                  <a:pt x="1576314" y="1786314"/>
                </a:lnTo>
                <a:lnTo>
                  <a:pt x="1570348" y="1790647"/>
                </a:lnTo>
                <a:lnTo>
                  <a:pt x="1563586" y="1794193"/>
                </a:lnTo>
                <a:lnTo>
                  <a:pt x="1557222" y="1797738"/>
                </a:lnTo>
                <a:lnTo>
                  <a:pt x="1550461" y="1800496"/>
                </a:lnTo>
                <a:lnTo>
                  <a:pt x="1544097" y="1802466"/>
                </a:lnTo>
                <a:lnTo>
                  <a:pt x="1537733" y="1804829"/>
                </a:lnTo>
                <a:lnTo>
                  <a:pt x="1530971" y="1806799"/>
                </a:lnTo>
                <a:lnTo>
                  <a:pt x="1524607" y="1807981"/>
                </a:lnTo>
                <a:lnTo>
                  <a:pt x="1518243" y="1809163"/>
                </a:lnTo>
                <a:lnTo>
                  <a:pt x="1505117" y="1811132"/>
                </a:lnTo>
                <a:lnTo>
                  <a:pt x="1491992" y="1812314"/>
                </a:lnTo>
                <a:lnTo>
                  <a:pt x="1486026" y="1813102"/>
                </a:lnTo>
                <a:lnTo>
                  <a:pt x="1483241" y="1813890"/>
                </a:lnTo>
                <a:lnTo>
                  <a:pt x="1482048" y="1814678"/>
                </a:lnTo>
                <a:lnTo>
                  <a:pt x="1481253" y="1815072"/>
                </a:lnTo>
                <a:lnTo>
                  <a:pt x="1480855" y="1815859"/>
                </a:lnTo>
                <a:lnTo>
                  <a:pt x="1480855" y="1817041"/>
                </a:lnTo>
                <a:lnTo>
                  <a:pt x="1481253" y="1818617"/>
                </a:lnTo>
                <a:lnTo>
                  <a:pt x="1482048" y="1819799"/>
                </a:lnTo>
                <a:lnTo>
                  <a:pt x="1482048" y="1821375"/>
                </a:lnTo>
                <a:lnTo>
                  <a:pt x="1482048" y="1821769"/>
                </a:lnTo>
                <a:lnTo>
                  <a:pt x="1480855" y="1822556"/>
                </a:lnTo>
                <a:lnTo>
                  <a:pt x="1471309" y="1830829"/>
                </a:lnTo>
                <a:lnTo>
                  <a:pt x="1465343" y="1834375"/>
                </a:lnTo>
                <a:lnTo>
                  <a:pt x="1463354" y="1835556"/>
                </a:lnTo>
                <a:lnTo>
                  <a:pt x="1461365" y="1836738"/>
                </a:lnTo>
                <a:lnTo>
                  <a:pt x="1452615" y="1830041"/>
                </a:lnTo>
                <a:lnTo>
                  <a:pt x="1445853" y="1824132"/>
                </a:lnTo>
                <a:lnTo>
                  <a:pt x="1440285" y="1819405"/>
                </a:lnTo>
                <a:lnTo>
                  <a:pt x="1437103" y="1815072"/>
                </a:lnTo>
                <a:lnTo>
                  <a:pt x="1434716" y="1812314"/>
                </a:lnTo>
                <a:lnTo>
                  <a:pt x="1433125" y="1810344"/>
                </a:lnTo>
                <a:lnTo>
                  <a:pt x="1432330" y="1808375"/>
                </a:lnTo>
                <a:lnTo>
                  <a:pt x="1428750" y="1806799"/>
                </a:lnTo>
                <a:lnTo>
                  <a:pt x="1512675" y="1734314"/>
                </a:lnTo>
                <a:lnTo>
                  <a:pt x="1518641" y="1733527"/>
                </a:lnTo>
                <a:lnTo>
                  <a:pt x="1533755" y="1731951"/>
                </a:lnTo>
                <a:lnTo>
                  <a:pt x="1543699" y="1731163"/>
                </a:lnTo>
                <a:lnTo>
                  <a:pt x="1554438" y="1730375"/>
                </a:lnTo>
                <a:close/>
                <a:moveTo>
                  <a:pt x="588962" y="1535113"/>
                </a:moveTo>
                <a:lnTo>
                  <a:pt x="694496" y="1535113"/>
                </a:lnTo>
                <a:lnTo>
                  <a:pt x="694496" y="1557872"/>
                </a:lnTo>
                <a:lnTo>
                  <a:pt x="694894" y="1558271"/>
                </a:lnTo>
                <a:lnTo>
                  <a:pt x="696885" y="1560268"/>
                </a:lnTo>
                <a:lnTo>
                  <a:pt x="698478" y="1560667"/>
                </a:lnTo>
                <a:lnTo>
                  <a:pt x="700469" y="1561466"/>
                </a:lnTo>
                <a:lnTo>
                  <a:pt x="704053" y="1561865"/>
                </a:lnTo>
                <a:lnTo>
                  <a:pt x="707239" y="1561865"/>
                </a:lnTo>
                <a:lnTo>
                  <a:pt x="711222" y="1561865"/>
                </a:lnTo>
                <a:lnTo>
                  <a:pt x="714407" y="1561466"/>
                </a:lnTo>
                <a:lnTo>
                  <a:pt x="716797" y="1560667"/>
                </a:lnTo>
                <a:lnTo>
                  <a:pt x="718390" y="1560268"/>
                </a:lnTo>
                <a:lnTo>
                  <a:pt x="720381" y="1558271"/>
                </a:lnTo>
                <a:lnTo>
                  <a:pt x="720779" y="1557872"/>
                </a:lnTo>
                <a:lnTo>
                  <a:pt x="720779" y="1535113"/>
                </a:lnTo>
                <a:lnTo>
                  <a:pt x="820737" y="1535113"/>
                </a:lnTo>
                <a:lnTo>
                  <a:pt x="820737" y="1644117"/>
                </a:lnTo>
                <a:lnTo>
                  <a:pt x="820339" y="1648908"/>
                </a:lnTo>
                <a:lnTo>
                  <a:pt x="819144" y="1652901"/>
                </a:lnTo>
                <a:lnTo>
                  <a:pt x="816755" y="1656894"/>
                </a:lnTo>
                <a:lnTo>
                  <a:pt x="814365" y="1660088"/>
                </a:lnTo>
                <a:lnTo>
                  <a:pt x="810781" y="1663283"/>
                </a:lnTo>
                <a:lnTo>
                  <a:pt x="806799" y="1665279"/>
                </a:lnTo>
                <a:lnTo>
                  <a:pt x="802418" y="1666477"/>
                </a:lnTo>
                <a:lnTo>
                  <a:pt x="797639" y="1666876"/>
                </a:lnTo>
                <a:lnTo>
                  <a:pt x="612060" y="1666876"/>
                </a:lnTo>
                <a:lnTo>
                  <a:pt x="607281" y="1666477"/>
                </a:lnTo>
                <a:lnTo>
                  <a:pt x="602901" y="1665279"/>
                </a:lnTo>
                <a:lnTo>
                  <a:pt x="598918" y="1663283"/>
                </a:lnTo>
                <a:lnTo>
                  <a:pt x="595732" y="1660088"/>
                </a:lnTo>
                <a:lnTo>
                  <a:pt x="592546" y="1656894"/>
                </a:lnTo>
                <a:lnTo>
                  <a:pt x="590555" y="1652901"/>
                </a:lnTo>
                <a:lnTo>
                  <a:pt x="589360" y="1648908"/>
                </a:lnTo>
                <a:lnTo>
                  <a:pt x="588962" y="1644117"/>
                </a:lnTo>
                <a:lnTo>
                  <a:pt x="588962" y="1535113"/>
                </a:lnTo>
                <a:close/>
                <a:moveTo>
                  <a:pt x="612060" y="1476375"/>
                </a:moveTo>
                <a:lnTo>
                  <a:pt x="797639" y="1476375"/>
                </a:lnTo>
                <a:lnTo>
                  <a:pt x="802418" y="1476769"/>
                </a:lnTo>
                <a:lnTo>
                  <a:pt x="806799" y="1477950"/>
                </a:lnTo>
                <a:lnTo>
                  <a:pt x="810781" y="1480312"/>
                </a:lnTo>
                <a:lnTo>
                  <a:pt x="814365" y="1483068"/>
                </a:lnTo>
                <a:lnTo>
                  <a:pt x="816755" y="1486611"/>
                </a:lnTo>
                <a:lnTo>
                  <a:pt x="819144" y="1490155"/>
                </a:lnTo>
                <a:lnTo>
                  <a:pt x="820339" y="1494485"/>
                </a:lnTo>
                <a:lnTo>
                  <a:pt x="820737" y="1498816"/>
                </a:lnTo>
                <a:lnTo>
                  <a:pt x="820737" y="1525588"/>
                </a:lnTo>
                <a:lnTo>
                  <a:pt x="588962" y="1525588"/>
                </a:lnTo>
                <a:lnTo>
                  <a:pt x="588962" y="1498816"/>
                </a:lnTo>
                <a:lnTo>
                  <a:pt x="589360" y="1494485"/>
                </a:lnTo>
                <a:lnTo>
                  <a:pt x="590555" y="1490155"/>
                </a:lnTo>
                <a:lnTo>
                  <a:pt x="592546" y="1486611"/>
                </a:lnTo>
                <a:lnTo>
                  <a:pt x="595732" y="1483068"/>
                </a:lnTo>
                <a:lnTo>
                  <a:pt x="598918" y="1480312"/>
                </a:lnTo>
                <a:lnTo>
                  <a:pt x="602901" y="1477950"/>
                </a:lnTo>
                <a:lnTo>
                  <a:pt x="607281" y="1476769"/>
                </a:lnTo>
                <a:lnTo>
                  <a:pt x="612060" y="1476375"/>
                </a:lnTo>
                <a:close/>
                <a:moveTo>
                  <a:pt x="725449" y="1381125"/>
                </a:moveTo>
                <a:lnTo>
                  <a:pt x="730525" y="1381524"/>
                </a:lnTo>
                <a:lnTo>
                  <a:pt x="732087" y="1381524"/>
                </a:lnTo>
                <a:lnTo>
                  <a:pt x="734430" y="1382322"/>
                </a:lnTo>
                <a:lnTo>
                  <a:pt x="737554" y="1384317"/>
                </a:lnTo>
                <a:lnTo>
                  <a:pt x="740287" y="1386312"/>
                </a:lnTo>
                <a:lnTo>
                  <a:pt x="743411" y="1389505"/>
                </a:lnTo>
                <a:lnTo>
                  <a:pt x="746535" y="1393096"/>
                </a:lnTo>
                <a:lnTo>
                  <a:pt x="749659" y="1397486"/>
                </a:lnTo>
                <a:lnTo>
                  <a:pt x="755906" y="1407063"/>
                </a:lnTo>
                <a:lnTo>
                  <a:pt x="761373" y="1417837"/>
                </a:lnTo>
                <a:lnTo>
                  <a:pt x="766059" y="1427813"/>
                </a:lnTo>
                <a:lnTo>
                  <a:pt x="769182" y="1437390"/>
                </a:lnTo>
                <a:lnTo>
                  <a:pt x="770744" y="1441780"/>
                </a:lnTo>
                <a:lnTo>
                  <a:pt x="771525" y="1445770"/>
                </a:lnTo>
                <a:lnTo>
                  <a:pt x="771525" y="1448164"/>
                </a:lnTo>
                <a:lnTo>
                  <a:pt x="771525" y="1450159"/>
                </a:lnTo>
                <a:lnTo>
                  <a:pt x="770744" y="1451357"/>
                </a:lnTo>
                <a:lnTo>
                  <a:pt x="769182" y="1452155"/>
                </a:lnTo>
                <a:lnTo>
                  <a:pt x="768011" y="1452155"/>
                </a:lnTo>
                <a:lnTo>
                  <a:pt x="766449" y="1450958"/>
                </a:lnTo>
                <a:lnTo>
                  <a:pt x="764887" y="1449760"/>
                </a:lnTo>
                <a:lnTo>
                  <a:pt x="762544" y="1448563"/>
                </a:lnTo>
                <a:lnTo>
                  <a:pt x="759030" y="1444174"/>
                </a:lnTo>
                <a:lnTo>
                  <a:pt x="755516" y="1439784"/>
                </a:lnTo>
                <a:lnTo>
                  <a:pt x="753173" y="1434996"/>
                </a:lnTo>
                <a:lnTo>
                  <a:pt x="752392" y="1433400"/>
                </a:lnTo>
                <a:lnTo>
                  <a:pt x="752392" y="1431404"/>
                </a:lnTo>
                <a:lnTo>
                  <a:pt x="752001" y="1428611"/>
                </a:lnTo>
                <a:lnTo>
                  <a:pt x="750830" y="1426616"/>
                </a:lnTo>
                <a:lnTo>
                  <a:pt x="748878" y="1425419"/>
                </a:lnTo>
                <a:lnTo>
                  <a:pt x="746925" y="1425020"/>
                </a:lnTo>
                <a:lnTo>
                  <a:pt x="746144" y="1425419"/>
                </a:lnTo>
                <a:lnTo>
                  <a:pt x="745363" y="1425818"/>
                </a:lnTo>
                <a:lnTo>
                  <a:pt x="744582" y="1426616"/>
                </a:lnTo>
                <a:lnTo>
                  <a:pt x="743411" y="1427414"/>
                </a:lnTo>
                <a:lnTo>
                  <a:pt x="742630" y="1428611"/>
                </a:lnTo>
                <a:lnTo>
                  <a:pt x="742240" y="1430207"/>
                </a:lnTo>
                <a:lnTo>
                  <a:pt x="741849" y="1432602"/>
                </a:lnTo>
                <a:lnTo>
                  <a:pt x="741849" y="1434597"/>
                </a:lnTo>
                <a:lnTo>
                  <a:pt x="741459" y="1439385"/>
                </a:lnTo>
                <a:lnTo>
                  <a:pt x="740678" y="1443376"/>
                </a:lnTo>
                <a:lnTo>
                  <a:pt x="739897" y="1445371"/>
                </a:lnTo>
                <a:lnTo>
                  <a:pt x="739116" y="1446967"/>
                </a:lnTo>
                <a:lnTo>
                  <a:pt x="737944" y="1448164"/>
                </a:lnTo>
                <a:lnTo>
                  <a:pt x="735992" y="1449361"/>
                </a:lnTo>
                <a:lnTo>
                  <a:pt x="734430" y="1450558"/>
                </a:lnTo>
                <a:lnTo>
                  <a:pt x="732868" y="1452155"/>
                </a:lnTo>
                <a:lnTo>
                  <a:pt x="730525" y="1452953"/>
                </a:lnTo>
                <a:lnTo>
                  <a:pt x="727792" y="1453352"/>
                </a:lnTo>
                <a:lnTo>
                  <a:pt x="721935" y="1454150"/>
                </a:lnTo>
                <a:lnTo>
                  <a:pt x="715297" y="1454150"/>
                </a:lnTo>
                <a:lnTo>
                  <a:pt x="712173" y="1453751"/>
                </a:lnTo>
                <a:lnTo>
                  <a:pt x="709049" y="1452953"/>
                </a:lnTo>
                <a:lnTo>
                  <a:pt x="706706" y="1452155"/>
                </a:lnTo>
                <a:lnTo>
                  <a:pt x="703973" y="1450558"/>
                </a:lnTo>
                <a:lnTo>
                  <a:pt x="701240" y="1448962"/>
                </a:lnTo>
                <a:lnTo>
                  <a:pt x="699287" y="1447366"/>
                </a:lnTo>
                <a:lnTo>
                  <a:pt x="694992" y="1442977"/>
                </a:lnTo>
                <a:lnTo>
                  <a:pt x="691478" y="1438188"/>
                </a:lnTo>
                <a:lnTo>
                  <a:pt x="687963" y="1432602"/>
                </a:lnTo>
                <a:lnTo>
                  <a:pt x="685230" y="1427015"/>
                </a:lnTo>
                <a:lnTo>
                  <a:pt x="682497" y="1421029"/>
                </a:lnTo>
                <a:lnTo>
                  <a:pt x="680544" y="1415044"/>
                </a:lnTo>
                <a:lnTo>
                  <a:pt x="678982" y="1409058"/>
                </a:lnTo>
                <a:lnTo>
                  <a:pt x="676249" y="1399082"/>
                </a:lnTo>
                <a:lnTo>
                  <a:pt x="675078" y="1392298"/>
                </a:lnTo>
                <a:lnTo>
                  <a:pt x="674687" y="1389106"/>
                </a:lnTo>
                <a:lnTo>
                  <a:pt x="674687" y="1388707"/>
                </a:lnTo>
                <a:lnTo>
                  <a:pt x="675078" y="1388308"/>
                </a:lnTo>
                <a:lnTo>
                  <a:pt x="676249" y="1387909"/>
                </a:lnTo>
                <a:lnTo>
                  <a:pt x="679373" y="1387111"/>
                </a:lnTo>
                <a:lnTo>
                  <a:pt x="683278" y="1385913"/>
                </a:lnTo>
                <a:lnTo>
                  <a:pt x="689525" y="1384716"/>
                </a:lnTo>
                <a:lnTo>
                  <a:pt x="698897" y="1383120"/>
                </a:lnTo>
                <a:lnTo>
                  <a:pt x="715297" y="1381524"/>
                </a:lnTo>
                <a:lnTo>
                  <a:pt x="725449" y="1381125"/>
                </a:lnTo>
                <a:close/>
                <a:moveTo>
                  <a:pt x="1433588" y="1247775"/>
                </a:moveTo>
                <a:lnTo>
                  <a:pt x="1439124" y="1247775"/>
                </a:lnTo>
                <a:lnTo>
                  <a:pt x="1444264" y="1248175"/>
                </a:lnTo>
                <a:lnTo>
                  <a:pt x="1448614" y="1248976"/>
                </a:lnTo>
                <a:lnTo>
                  <a:pt x="1451382" y="1249776"/>
                </a:lnTo>
                <a:lnTo>
                  <a:pt x="1453359" y="1250977"/>
                </a:lnTo>
                <a:lnTo>
                  <a:pt x="1454150" y="1252178"/>
                </a:lnTo>
                <a:lnTo>
                  <a:pt x="1454150" y="1253779"/>
                </a:lnTo>
                <a:lnTo>
                  <a:pt x="1453359" y="1255380"/>
                </a:lnTo>
                <a:lnTo>
                  <a:pt x="1452173" y="1256981"/>
                </a:lnTo>
                <a:lnTo>
                  <a:pt x="1450196" y="1258582"/>
                </a:lnTo>
                <a:lnTo>
                  <a:pt x="1447428" y="1260183"/>
                </a:lnTo>
                <a:lnTo>
                  <a:pt x="1441892" y="1262985"/>
                </a:lnTo>
                <a:lnTo>
                  <a:pt x="1435565" y="1264986"/>
                </a:lnTo>
                <a:lnTo>
                  <a:pt x="1432402" y="1265387"/>
                </a:lnTo>
                <a:lnTo>
                  <a:pt x="1429634" y="1265787"/>
                </a:lnTo>
                <a:lnTo>
                  <a:pt x="1427261" y="1265787"/>
                </a:lnTo>
                <a:lnTo>
                  <a:pt x="1425284" y="1265387"/>
                </a:lnTo>
                <a:lnTo>
                  <a:pt x="1423703" y="1264986"/>
                </a:lnTo>
                <a:lnTo>
                  <a:pt x="1422516" y="1264586"/>
                </a:lnTo>
                <a:lnTo>
                  <a:pt x="1420539" y="1264586"/>
                </a:lnTo>
                <a:lnTo>
                  <a:pt x="1419353" y="1264986"/>
                </a:lnTo>
                <a:lnTo>
                  <a:pt x="1418562" y="1265787"/>
                </a:lnTo>
                <a:lnTo>
                  <a:pt x="1417376" y="1266588"/>
                </a:lnTo>
                <a:lnTo>
                  <a:pt x="1416980" y="1267388"/>
                </a:lnTo>
                <a:lnTo>
                  <a:pt x="1416585" y="1268589"/>
                </a:lnTo>
                <a:lnTo>
                  <a:pt x="1416190" y="1269790"/>
                </a:lnTo>
                <a:lnTo>
                  <a:pt x="1416585" y="1270990"/>
                </a:lnTo>
                <a:lnTo>
                  <a:pt x="1416585" y="1272191"/>
                </a:lnTo>
                <a:lnTo>
                  <a:pt x="1417376" y="1273392"/>
                </a:lnTo>
                <a:lnTo>
                  <a:pt x="1418562" y="1274993"/>
                </a:lnTo>
                <a:lnTo>
                  <a:pt x="1419748" y="1276194"/>
                </a:lnTo>
                <a:lnTo>
                  <a:pt x="1422121" y="1277395"/>
                </a:lnTo>
                <a:lnTo>
                  <a:pt x="1424098" y="1278596"/>
                </a:lnTo>
                <a:lnTo>
                  <a:pt x="1428843" y="1280597"/>
                </a:lnTo>
                <a:lnTo>
                  <a:pt x="1430820" y="1282198"/>
                </a:lnTo>
                <a:lnTo>
                  <a:pt x="1432402" y="1283799"/>
                </a:lnTo>
                <a:lnTo>
                  <a:pt x="1433588" y="1285000"/>
                </a:lnTo>
                <a:lnTo>
                  <a:pt x="1435170" y="1287001"/>
                </a:lnTo>
                <a:lnTo>
                  <a:pt x="1436356" y="1289003"/>
                </a:lnTo>
                <a:lnTo>
                  <a:pt x="1436751" y="1291404"/>
                </a:lnTo>
                <a:lnTo>
                  <a:pt x="1437542" y="1293406"/>
                </a:lnTo>
                <a:lnTo>
                  <a:pt x="1437542" y="1296608"/>
                </a:lnTo>
                <a:lnTo>
                  <a:pt x="1437542" y="1299009"/>
                </a:lnTo>
                <a:lnTo>
                  <a:pt x="1437147" y="1302612"/>
                </a:lnTo>
                <a:lnTo>
                  <a:pt x="1436356" y="1305414"/>
                </a:lnTo>
                <a:lnTo>
                  <a:pt x="1435170" y="1309416"/>
                </a:lnTo>
                <a:lnTo>
                  <a:pt x="1431611" y="1317422"/>
                </a:lnTo>
                <a:lnTo>
                  <a:pt x="1430029" y="1320624"/>
                </a:lnTo>
                <a:lnTo>
                  <a:pt x="1428052" y="1323826"/>
                </a:lnTo>
                <a:lnTo>
                  <a:pt x="1425680" y="1326628"/>
                </a:lnTo>
                <a:lnTo>
                  <a:pt x="1423307" y="1328629"/>
                </a:lnTo>
                <a:lnTo>
                  <a:pt x="1420539" y="1331431"/>
                </a:lnTo>
                <a:lnTo>
                  <a:pt x="1417771" y="1333032"/>
                </a:lnTo>
                <a:lnTo>
                  <a:pt x="1414608" y="1334633"/>
                </a:lnTo>
                <a:lnTo>
                  <a:pt x="1411445" y="1336635"/>
                </a:lnTo>
                <a:lnTo>
                  <a:pt x="1404722" y="1338636"/>
                </a:lnTo>
                <a:lnTo>
                  <a:pt x="1397605" y="1340237"/>
                </a:lnTo>
                <a:lnTo>
                  <a:pt x="1390487" y="1341038"/>
                </a:lnTo>
                <a:lnTo>
                  <a:pt x="1383370" y="1341438"/>
                </a:lnTo>
                <a:lnTo>
                  <a:pt x="1376252" y="1341438"/>
                </a:lnTo>
                <a:lnTo>
                  <a:pt x="1369530" y="1341038"/>
                </a:lnTo>
                <a:lnTo>
                  <a:pt x="1358063" y="1339437"/>
                </a:lnTo>
                <a:lnTo>
                  <a:pt x="1350154" y="1338236"/>
                </a:lnTo>
                <a:lnTo>
                  <a:pt x="1347386" y="1337435"/>
                </a:lnTo>
                <a:lnTo>
                  <a:pt x="1347386" y="1337835"/>
                </a:lnTo>
                <a:lnTo>
                  <a:pt x="1346991" y="1337435"/>
                </a:lnTo>
                <a:lnTo>
                  <a:pt x="1346200" y="1337035"/>
                </a:lnTo>
                <a:lnTo>
                  <a:pt x="1346200" y="1334633"/>
                </a:lnTo>
                <a:lnTo>
                  <a:pt x="1346991" y="1331831"/>
                </a:lnTo>
                <a:lnTo>
                  <a:pt x="1347782" y="1326228"/>
                </a:lnTo>
                <a:lnTo>
                  <a:pt x="1349363" y="1318623"/>
                </a:lnTo>
                <a:lnTo>
                  <a:pt x="1351736" y="1307415"/>
                </a:lnTo>
                <a:lnTo>
                  <a:pt x="1355295" y="1296608"/>
                </a:lnTo>
                <a:lnTo>
                  <a:pt x="1357667" y="1287402"/>
                </a:lnTo>
                <a:lnTo>
                  <a:pt x="1361621" y="1275794"/>
                </a:lnTo>
                <a:lnTo>
                  <a:pt x="1363994" y="1270190"/>
                </a:lnTo>
                <a:lnTo>
                  <a:pt x="1364785" y="1268589"/>
                </a:lnTo>
                <a:lnTo>
                  <a:pt x="1366762" y="1265787"/>
                </a:lnTo>
                <a:lnTo>
                  <a:pt x="1369925" y="1262985"/>
                </a:lnTo>
                <a:lnTo>
                  <a:pt x="1373484" y="1260183"/>
                </a:lnTo>
                <a:lnTo>
                  <a:pt x="1378229" y="1258182"/>
                </a:lnTo>
                <a:lnTo>
                  <a:pt x="1383765" y="1256181"/>
                </a:lnTo>
                <a:lnTo>
                  <a:pt x="1389301" y="1253779"/>
                </a:lnTo>
                <a:lnTo>
                  <a:pt x="1395628" y="1252578"/>
                </a:lnTo>
                <a:lnTo>
                  <a:pt x="1401954" y="1250977"/>
                </a:lnTo>
                <a:lnTo>
                  <a:pt x="1415399" y="1248976"/>
                </a:lnTo>
                <a:lnTo>
                  <a:pt x="1428052" y="1248175"/>
                </a:lnTo>
                <a:lnTo>
                  <a:pt x="1433588" y="1247775"/>
                </a:lnTo>
                <a:close/>
                <a:moveTo>
                  <a:pt x="1155700" y="965200"/>
                </a:moveTo>
                <a:lnTo>
                  <a:pt x="1161653" y="965597"/>
                </a:lnTo>
                <a:lnTo>
                  <a:pt x="1167209" y="966787"/>
                </a:lnTo>
                <a:lnTo>
                  <a:pt x="1172766" y="968770"/>
                </a:lnTo>
                <a:lnTo>
                  <a:pt x="1177925" y="971944"/>
                </a:lnTo>
                <a:lnTo>
                  <a:pt x="1182687" y="975514"/>
                </a:lnTo>
                <a:lnTo>
                  <a:pt x="1187450" y="980274"/>
                </a:lnTo>
                <a:lnTo>
                  <a:pt x="1192213" y="985431"/>
                </a:lnTo>
                <a:lnTo>
                  <a:pt x="1196181" y="991381"/>
                </a:lnTo>
                <a:lnTo>
                  <a:pt x="1200150" y="998125"/>
                </a:lnTo>
                <a:lnTo>
                  <a:pt x="1204119" y="1005265"/>
                </a:lnTo>
                <a:lnTo>
                  <a:pt x="1207691" y="1012802"/>
                </a:lnTo>
                <a:lnTo>
                  <a:pt x="1211659" y="1021133"/>
                </a:lnTo>
                <a:lnTo>
                  <a:pt x="1214437" y="1029860"/>
                </a:lnTo>
                <a:lnTo>
                  <a:pt x="1217613" y="1038984"/>
                </a:lnTo>
                <a:lnTo>
                  <a:pt x="1220787" y="1048504"/>
                </a:lnTo>
                <a:lnTo>
                  <a:pt x="1225947" y="1068338"/>
                </a:lnTo>
                <a:lnTo>
                  <a:pt x="1230313" y="1089363"/>
                </a:lnTo>
                <a:lnTo>
                  <a:pt x="1234678" y="1111180"/>
                </a:lnTo>
                <a:lnTo>
                  <a:pt x="1237853" y="1133792"/>
                </a:lnTo>
                <a:lnTo>
                  <a:pt x="1241028" y="1155609"/>
                </a:lnTo>
                <a:lnTo>
                  <a:pt x="1243013" y="1177824"/>
                </a:lnTo>
                <a:lnTo>
                  <a:pt x="1245394" y="1198848"/>
                </a:lnTo>
                <a:lnTo>
                  <a:pt x="1246981" y="1219476"/>
                </a:lnTo>
                <a:lnTo>
                  <a:pt x="1246187" y="1186551"/>
                </a:lnTo>
                <a:lnTo>
                  <a:pt x="1342231" y="1244467"/>
                </a:lnTo>
                <a:lnTo>
                  <a:pt x="1323181" y="1340465"/>
                </a:lnTo>
                <a:lnTo>
                  <a:pt x="1248966" y="1309524"/>
                </a:lnTo>
                <a:lnTo>
                  <a:pt x="1245394" y="1284929"/>
                </a:lnTo>
                <a:lnTo>
                  <a:pt x="1239441" y="1242087"/>
                </a:lnTo>
                <a:lnTo>
                  <a:pt x="1231106" y="1373787"/>
                </a:lnTo>
                <a:lnTo>
                  <a:pt x="1230709" y="1379737"/>
                </a:lnTo>
                <a:lnTo>
                  <a:pt x="1230313" y="1386084"/>
                </a:lnTo>
                <a:lnTo>
                  <a:pt x="1230709" y="1392431"/>
                </a:lnTo>
                <a:lnTo>
                  <a:pt x="1232297" y="1399968"/>
                </a:lnTo>
                <a:lnTo>
                  <a:pt x="1234281" y="1407902"/>
                </a:lnTo>
                <a:lnTo>
                  <a:pt x="1237059" y="1417422"/>
                </a:lnTo>
                <a:lnTo>
                  <a:pt x="1241822" y="1428133"/>
                </a:lnTo>
                <a:lnTo>
                  <a:pt x="1247775" y="1440430"/>
                </a:lnTo>
                <a:lnTo>
                  <a:pt x="1231106" y="1440430"/>
                </a:lnTo>
                <a:lnTo>
                  <a:pt x="1242219" y="1446380"/>
                </a:lnTo>
                <a:lnTo>
                  <a:pt x="1256109" y="1453124"/>
                </a:lnTo>
                <a:lnTo>
                  <a:pt x="1287066" y="1467405"/>
                </a:lnTo>
                <a:lnTo>
                  <a:pt x="1313259" y="1479305"/>
                </a:lnTo>
                <a:lnTo>
                  <a:pt x="1323975" y="1483669"/>
                </a:lnTo>
                <a:lnTo>
                  <a:pt x="1501775" y="1720491"/>
                </a:lnTo>
                <a:lnTo>
                  <a:pt x="1401763" y="1798638"/>
                </a:lnTo>
                <a:lnTo>
                  <a:pt x="1210469" y="1576494"/>
                </a:lnTo>
                <a:lnTo>
                  <a:pt x="1080294" y="1561816"/>
                </a:lnTo>
                <a:lnTo>
                  <a:pt x="1080294" y="1563800"/>
                </a:lnTo>
                <a:lnTo>
                  <a:pt x="1080294" y="1567370"/>
                </a:lnTo>
                <a:lnTo>
                  <a:pt x="1079500" y="1575700"/>
                </a:lnTo>
                <a:lnTo>
                  <a:pt x="1077516" y="1587601"/>
                </a:lnTo>
                <a:lnTo>
                  <a:pt x="1074341" y="1601088"/>
                </a:lnTo>
                <a:lnTo>
                  <a:pt x="1066403" y="1633220"/>
                </a:lnTo>
                <a:lnTo>
                  <a:pt x="1056878" y="1669318"/>
                </a:lnTo>
                <a:lnTo>
                  <a:pt x="1046956" y="1703830"/>
                </a:lnTo>
                <a:lnTo>
                  <a:pt x="1038622" y="1733582"/>
                </a:lnTo>
                <a:lnTo>
                  <a:pt x="1030288" y="1762540"/>
                </a:lnTo>
                <a:lnTo>
                  <a:pt x="802481" y="1785548"/>
                </a:lnTo>
                <a:lnTo>
                  <a:pt x="770731" y="1731201"/>
                </a:lnTo>
                <a:lnTo>
                  <a:pt x="904081" y="1706210"/>
                </a:lnTo>
                <a:lnTo>
                  <a:pt x="903685" y="1489619"/>
                </a:lnTo>
                <a:lnTo>
                  <a:pt x="871935" y="1482479"/>
                </a:lnTo>
                <a:lnTo>
                  <a:pt x="869950" y="1471768"/>
                </a:lnTo>
                <a:lnTo>
                  <a:pt x="867966" y="1461851"/>
                </a:lnTo>
                <a:lnTo>
                  <a:pt x="866378" y="1453124"/>
                </a:lnTo>
                <a:lnTo>
                  <a:pt x="864791" y="1445190"/>
                </a:lnTo>
                <a:lnTo>
                  <a:pt x="863600" y="1428926"/>
                </a:lnTo>
                <a:lnTo>
                  <a:pt x="862806" y="1413455"/>
                </a:lnTo>
                <a:lnTo>
                  <a:pt x="862013" y="1373787"/>
                </a:lnTo>
                <a:lnTo>
                  <a:pt x="860822" y="1346812"/>
                </a:lnTo>
                <a:lnTo>
                  <a:pt x="858044" y="1312697"/>
                </a:lnTo>
                <a:lnTo>
                  <a:pt x="854472" y="1175444"/>
                </a:lnTo>
                <a:lnTo>
                  <a:pt x="843756" y="1181791"/>
                </a:lnTo>
                <a:lnTo>
                  <a:pt x="818753" y="1197658"/>
                </a:lnTo>
                <a:lnTo>
                  <a:pt x="802878" y="1208369"/>
                </a:lnTo>
                <a:lnTo>
                  <a:pt x="786606" y="1219476"/>
                </a:lnTo>
                <a:lnTo>
                  <a:pt x="770731" y="1230980"/>
                </a:lnTo>
                <a:lnTo>
                  <a:pt x="756841" y="1242087"/>
                </a:lnTo>
                <a:lnTo>
                  <a:pt x="754460" y="1250021"/>
                </a:lnTo>
                <a:lnTo>
                  <a:pt x="752872" y="1258351"/>
                </a:lnTo>
                <a:lnTo>
                  <a:pt x="752078" y="1266681"/>
                </a:lnTo>
                <a:lnTo>
                  <a:pt x="751285" y="1275805"/>
                </a:lnTo>
                <a:lnTo>
                  <a:pt x="751285" y="1284532"/>
                </a:lnTo>
                <a:lnTo>
                  <a:pt x="751681" y="1292863"/>
                </a:lnTo>
                <a:lnTo>
                  <a:pt x="752078" y="1301590"/>
                </a:lnTo>
                <a:lnTo>
                  <a:pt x="752872" y="1310317"/>
                </a:lnTo>
                <a:lnTo>
                  <a:pt x="754856" y="1325788"/>
                </a:lnTo>
                <a:lnTo>
                  <a:pt x="756444" y="1339275"/>
                </a:lnTo>
                <a:lnTo>
                  <a:pt x="758031" y="1350382"/>
                </a:lnTo>
                <a:lnTo>
                  <a:pt x="758031" y="1354349"/>
                </a:lnTo>
                <a:lnTo>
                  <a:pt x="756841" y="1357523"/>
                </a:lnTo>
                <a:lnTo>
                  <a:pt x="727869" y="1355539"/>
                </a:lnTo>
                <a:lnTo>
                  <a:pt x="715566" y="1354746"/>
                </a:lnTo>
                <a:lnTo>
                  <a:pt x="709613" y="1354746"/>
                </a:lnTo>
                <a:lnTo>
                  <a:pt x="704453" y="1355143"/>
                </a:lnTo>
                <a:lnTo>
                  <a:pt x="698897" y="1355539"/>
                </a:lnTo>
                <a:lnTo>
                  <a:pt x="693341" y="1356729"/>
                </a:lnTo>
                <a:lnTo>
                  <a:pt x="687785" y="1357919"/>
                </a:lnTo>
                <a:lnTo>
                  <a:pt x="682228" y="1359903"/>
                </a:lnTo>
                <a:lnTo>
                  <a:pt x="677069" y="1361886"/>
                </a:lnTo>
                <a:lnTo>
                  <a:pt x="671116" y="1364663"/>
                </a:lnTo>
                <a:lnTo>
                  <a:pt x="664766" y="1367836"/>
                </a:lnTo>
                <a:lnTo>
                  <a:pt x="658416" y="1372200"/>
                </a:lnTo>
                <a:lnTo>
                  <a:pt x="657225" y="1367043"/>
                </a:lnTo>
                <a:lnTo>
                  <a:pt x="655241" y="1361093"/>
                </a:lnTo>
                <a:lnTo>
                  <a:pt x="654050" y="1355143"/>
                </a:lnTo>
                <a:lnTo>
                  <a:pt x="653256" y="1348399"/>
                </a:lnTo>
                <a:lnTo>
                  <a:pt x="651669" y="1333325"/>
                </a:lnTo>
                <a:lnTo>
                  <a:pt x="650875" y="1316267"/>
                </a:lnTo>
                <a:lnTo>
                  <a:pt x="650875" y="1296830"/>
                </a:lnTo>
                <a:lnTo>
                  <a:pt x="651272" y="1274615"/>
                </a:lnTo>
                <a:lnTo>
                  <a:pt x="652066" y="1251211"/>
                </a:lnTo>
                <a:lnTo>
                  <a:pt x="653653" y="1225029"/>
                </a:lnTo>
                <a:lnTo>
                  <a:pt x="660797" y="1208369"/>
                </a:lnTo>
                <a:lnTo>
                  <a:pt x="667147" y="1194881"/>
                </a:lnTo>
                <a:lnTo>
                  <a:pt x="670322" y="1188931"/>
                </a:lnTo>
                <a:lnTo>
                  <a:pt x="673497" y="1183774"/>
                </a:lnTo>
                <a:lnTo>
                  <a:pt x="680244" y="1174254"/>
                </a:lnTo>
                <a:lnTo>
                  <a:pt x="687388" y="1164733"/>
                </a:lnTo>
                <a:lnTo>
                  <a:pt x="696119" y="1155213"/>
                </a:lnTo>
                <a:lnTo>
                  <a:pt x="706438" y="1143312"/>
                </a:lnTo>
                <a:lnTo>
                  <a:pt x="718741" y="1129031"/>
                </a:lnTo>
                <a:lnTo>
                  <a:pt x="738585" y="1108007"/>
                </a:lnTo>
                <a:lnTo>
                  <a:pt x="756047" y="1088966"/>
                </a:lnTo>
                <a:lnTo>
                  <a:pt x="785416" y="1057231"/>
                </a:lnTo>
                <a:lnTo>
                  <a:pt x="797719" y="1043744"/>
                </a:lnTo>
                <a:lnTo>
                  <a:pt x="809228" y="1032240"/>
                </a:lnTo>
                <a:lnTo>
                  <a:pt x="820738" y="1021926"/>
                </a:lnTo>
                <a:lnTo>
                  <a:pt x="831056" y="1012802"/>
                </a:lnTo>
                <a:lnTo>
                  <a:pt x="836613" y="1008439"/>
                </a:lnTo>
                <a:lnTo>
                  <a:pt x="842169" y="1004869"/>
                </a:lnTo>
                <a:lnTo>
                  <a:pt x="848122" y="1000902"/>
                </a:lnTo>
                <a:lnTo>
                  <a:pt x="854075" y="997331"/>
                </a:lnTo>
                <a:lnTo>
                  <a:pt x="860028" y="994555"/>
                </a:lnTo>
                <a:lnTo>
                  <a:pt x="866378" y="991381"/>
                </a:lnTo>
                <a:lnTo>
                  <a:pt x="873125" y="988208"/>
                </a:lnTo>
                <a:lnTo>
                  <a:pt x="880269" y="985828"/>
                </a:lnTo>
                <a:lnTo>
                  <a:pt x="895350" y="980274"/>
                </a:lnTo>
                <a:lnTo>
                  <a:pt x="912416" y="975117"/>
                </a:lnTo>
                <a:lnTo>
                  <a:pt x="932260" y="970753"/>
                </a:lnTo>
                <a:lnTo>
                  <a:pt x="954881" y="965597"/>
                </a:lnTo>
                <a:lnTo>
                  <a:pt x="963613" y="965993"/>
                </a:lnTo>
                <a:lnTo>
                  <a:pt x="979488" y="966787"/>
                </a:lnTo>
                <a:lnTo>
                  <a:pt x="1004491" y="968373"/>
                </a:lnTo>
                <a:lnTo>
                  <a:pt x="1089819" y="1240103"/>
                </a:lnTo>
                <a:lnTo>
                  <a:pt x="1081484" y="1159179"/>
                </a:lnTo>
                <a:lnTo>
                  <a:pt x="1077516" y="1013199"/>
                </a:lnTo>
                <a:lnTo>
                  <a:pt x="1071959" y="999315"/>
                </a:lnTo>
                <a:lnTo>
                  <a:pt x="1083072" y="980671"/>
                </a:lnTo>
                <a:lnTo>
                  <a:pt x="1107281" y="980671"/>
                </a:lnTo>
                <a:lnTo>
                  <a:pt x="1117600" y="999315"/>
                </a:lnTo>
                <a:lnTo>
                  <a:pt x="1112837" y="1015579"/>
                </a:lnTo>
                <a:lnTo>
                  <a:pt x="1142206" y="1228203"/>
                </a:lnTo>
                <a:lnTo>
                  <a:pt x="1137841" y="971944"/>
                </a:lnTo>
                <a:lnTo>
                  <a:pt x="1146572" y="967580"/>
                </a:lnTo>
                <a:lnTo>
                  <a:pt x="1148953" y="966390"/>
                </a:lnTo>
                <a:lnTo>
                  <a:pt x="1149350" y="965597"/>
                </a:lnTo>
                <a:lnTo>
                  <a:pt x="1155700" y="965200"/>
                </a:lnTo>
                <a:close/>
                <a:moveTo>
                  <a:pt x="931148" y="736601"/>
                </a:moveTo>
                <a:lnTo>
                  <a:pt x="929554" y="751285"/>
                </a:lnTo>
                <a:lnTo>
                  <a:pt x="928757" y="762794"/>
                </a:lnTo>
                <a:lnTo>
                  <a:pt x="929155" y="762794"/>
                </a:lnTo>
                <a:lnTo>
                  <a:pt x="929554" y="751285"/>
                </a:lnTo>
                <a:lnTo>
                  <a:pt x="930351" y="746126"/>
                </a:lnTo>
                <a:lnTo>
                  <a:pt x="931148" y="741363"/>
                </a:lnTo>
                <a:lnTo>
                  <a:pt x="931148" y="736601"/>
                </a:lnTo>
                <a:close/>
                <a:moveTo>
                  <a:pt x="949086" y="679054"/>
                </a:moveTo>
                <a:lnTo>
                  <a:pt x="948289" y="679847"/>
                </a:lnTo>
                <a:lnTo>
                  <a:pt x="945499" y="681435"/>
                </a:lnTo>
                <a:lnTo>
                  <a:pt x="943904" y="683419"/>
                </a:lnTo>
                <a:lnTo>
                  <a:pt x="941911" y="686991"/>
                </a:lnTo>
                <a:lnTo>
                  <a:pt x="945897" y="682625"/>
                </a:lnTo>
                <a:lnTo>
                  <a:pt x="948289" y="681038"/>
                </a:lnTo>
                <a:lnTo>
                  <a:pt x="950282" y="679054"/>
                </a:lnTo>
                <a:lnTo>
                  <a:pt x="949086" y="679054"/>
                </a:lnTo>
                <a:close/>
                <a:moveTo>
                  <a:pt x="1038375" y="620713"/>
                </a:moveTo>
                <a:lnTo>
                  <a:pt x="1049138" y="620713"/>
                </a:lnTo>
                <a:lnTo>
                  <a:pt x="1059502" y="621110"/>
                </a:lnTo>
                <a:lnTo>
                  <a:pt x="1069866" y="622300"/>
                </a:lnTo>
                <a:lnTo>
                  <a:pt x="1079432" y="623491"/>
                </a:lnTo>
                <a:lnTo>
                  <a:pt x="1088999" y="625872"/>
                </a:lnTo>
                <a:lnTo>
                  <a:pt x="1098167" y="627857"/>
                </a:lnTo>
                <a:lnTo>
                  <a:pt x="1106937" y="630238"/>
                </a:lnTo>
                <a:lnTo>
                  <a:pt x="1115307" y="633413"/>
                </a:lnTo>
                <a:lnTo>
                  <a:pt x="1123678" y="636191"/>
                </a:lnTo>
                <a:lnTo>
                  <a:pt x="1130853" y="639763"/>
                </a:lnTo>
                <a:lnTo>
                  <a:pt x="1138028" y="642938"/>
                </a:lnTo>
                <a:lnTo>
                  <a:pt x="1144805" y="646510"/>
                </a:lnTo>
                <a:lnTo>
                  <a:pt x="1156365" y="652860"/>
                </a:lnTo>
                <a:lnTo>
                  <a:pt x="1166729" y="659607"/>
                </a:lnTo>
                <a:lnTo>
                  <a:pt x="1174701" y="664766"/>
                </a:lnTo>
                <a:lnTo>
                  <a:pt x="1180680" y="669529"/>
                </a:lnTo>
                <a:lnTo>
                  <a:pt x="1185862" y="673497"/>
                </a:lnTo>
                <a:lnTo>
                  <a:pt x="1185862" y="676275"/>
                </a:lnTo>
                <a:lnTo>
                  <a:pt x="1185862" y="684213"/>
                </a:lnTo>
                <a:lnTo>
                  <a:pt x="1185065" y="688975"/>
                </a:lnTo>
                <a:lnTo>
                  <a:pt x="1183869" y="694532"/>
                </a:lnTo>
                <a:lnTo>
                  <a:pt x="1182274" y="700088"/>
                </a:lnTo>
                <a:lnTo>
                  <a:pt x="1180281" y="704850"/>
                </a:lnTo>
                <a:lnTo>
                  <a:pt x="1179086" y="707629"/>
                </a:lnTo>
                <a:lnTo>
                  <a:pt x="1177093" y="710010"/>
                </a:lnTo>
                <a:lnTo>
                  <a:pt x="1175498" y="711994"/>
                </a:lnTo>
                <a:lnTo>
                  <a:pt x="1173505" y="713979"/>
                </a:lnTo>
                <a:lnTo>
                  <a:pt x="1170715" y="715963"/>
                </a:lnTo>
                <a:lnTo>
                  <a:pt x="1168323" y="717154"/>
                </a:lnTo>
                <a:lnTo>
                  <a:pt x="1165533" y="718344"/>
                </a:lnTo>
                <a:lnTo>
                  <a:pt x="1161945" y="719138"/>
                </a:lnTo>
                <a:lnTo>
                  <a:pt x="1158756" y="719535"/>
                </a:lnTo>
                <a:lnTo>
                  <a:pt x="1154770" y="719535"/>
                </a:lnTo>
                <a:lnTo>
                  <a:pt x="1150784" y="719138"/>
                </a:lnTo>
                <a:lnTo>
                  <a:pt x="1146001" y="718344"/>
                </a:lnTo>
                <a:lnTo>
                  <a:pt x="1140819" y="717154"/>
                </a:lnTo>
                <a:lnTo>
                  <a:pt x="1135238" y="715566"/>
                </a:lnTo>
                <a:lnTo>
                  <a:pt x="1129259" y="712788"/>
                </a:lnTo>
                <a:lnTo>
                  <a:pt x="1123678" y="710010"/>
                </a:lnTo>
                <a:lnTo>
                  <a:pt x="1120091" y="708819"/>
                </a:lnTo>
                <a:lnTo>
                  <a:pt x="1114112" y="707629"/>
                </a:lnTo>
                <a:lnTo>
                  <a:pt x="1098964" y="704850"/>
                </a:lnTo>
                <a:lnTo>
                  <a:pt x="1083418" y="702072"/>
                </a:lnTo>
                <a:lnTo>
                  <a:pt x="1077439" y="700882"/>
                </a:lnTo>
                <a:lnTo>
                  <a:pt x="1073852" y="700088"/>
                </a:lnTo>
                <a:lnTo>
                  <a:pt x="1104545" y="714772"/>
                </a:lnTo>
                <a:lnTo>
                  <a:pt x="1118895" y="721122"/>
                </a:lnTo>
                <a:lnTo>
                  <a:pt x="1125671" y="723504"/>
                </a:lnTo>
                <a:lnTo>
                  <a:pt x="1132448" y="725885"/>
                </a:lnTo>
                <a:lnTo>
                  <a:pt x="1138826" y="728266"/>
                </a:lnTo>
                <a:lnTo>
                  <a:pt x="1144805" y="729457"/>
                </a:lnTo>
                <a:lnTo>
                  <a:pt x="1150784" y="730647"/>
                </a:lnTo>
                <a:lnTo>
                  <a:pt x="1155966" y="731044"/>
                </a:lnTo>
                <a:lnTo>
                  <a:pt x="1161148" y="730647"/>
                </a:lnTo>
                <a:lnTo>
                  <a:pt x="1165931" y="729457"/>
                </a:lnTo>
                <a:lnTo>
                  <a:pt x="1170316" y="727869"/>
                </a:lnTo>
                <a:lnTo>
                  <a:pt x="1174302" y="725091"/>
                </a:lnTo>
                <a:lnTo>
                  <a:pt x="1175498" y="735410"/>
                </a:lnTo>
                <a:lnTo>
                  <a:pt x="1175897" y="744935"/>
                </a:lnTo>
                <a:lnTo>
                  <a:pt x="1175498" y="753666"/>
                </a:lnTo>
                <a:lnTo>
                  <a:pt x="1175099" y="762397"/>
                </a:lnTo>
                <a:lnTo>
                  <a:pt x="1176694" y="761207"/>
                </a:lnTo>
                <a:lnTo>
                  <a:pt x="1177491" y="760413"/>
                </a:lnTo>
                <a:lnTo>
                  <a:pt x="1178687" y="760016"/>
                </a:lnTo>
                <a:lnTo>
                  <a:pt x="1179086" y="760413"/>
                </a:lnTo>
                <a:lnTo>
                  <a:pt x="1179484" y="761207"/>
                </a:lnTo>
                <a:lnTo>
                  <a:pt x="1179883" y="763985"/>
                </a:lnTo>
                <a:lnTo>
                  <a:pt x="1180281" y="767954"/>
                </a:lnTo>
                <a:lnTo>
                  <a:pt x="1180281" y="773113"/>
                </a:lnTo>
                <a:lnTo>
                  <a:pt x="1179086" y="785813"/>
                </a:lnTo>
                <a:lnTo>
                  <a:pt x="1177491" y="800498"/>
                </a:lnTo>
                <a:lnTo>
                  <a:pt x="1175498" y="814388"/>
                </a:lnTo>
                <a:lnTo>
                  <a:pt x="1173505" y="826294"/>
                </a:lnTo>
                <a:lnTo>
                  <a:pt x="1171911" y="833438"/>
                </a:lnTo>
                <a:lnTo>
                  <a:pt x="1170715" y="834629"/>
                </a:lnTo>
                <a:lnTo>
                  <a:pt x="1170316" y="834232"/>
                </a:lnTo>
                <a:lnTo>
                  <a:pt x="1169519" y="842169"/>
                </a:lnTo>
                <a:lnTo>
                  <a:pt x="1168323" y="849710"/>
                </a:lnTo>
                <a:lnTo>
                  <a:pt x="1166729" y="856854"/>
                </a:lnTo>
                <a:lnTo>
                  <a:pt x="1165134" y="863998"/>
                </a:lnTo>
                <a:lnTo>
                  <a:pt x="1162742" y="870744"/>
                </a:lnTo>
                <a:lnTo>
                  <a:pt x="1160351" y="877491"/>
                </a:lnTo>
                <a:lnTo>
                  <a:pt x="1157959" y="883841"/>
                </a:lnTo>
                <a:lnTo>
                  <a:pt x="1154770" y="890191"/>
                </a:lnTo>
                <a:lnTo>
                  <a:pt x="1151980" y="896541"/>
                </a:lnTo>
                <a:lnTo>
                  <a:pt x="1148791" y="902098"/>
                </a:lnTo>
                <a:lnTo>
                  <a:pt x="1145602" y="907654"/>
                </a:lnTo>
                <a:lnTo>
                  <a:pt x="1141616" y="913210"/>
                </a:lnTo>
                <a:lnTo>
                  <a:pt x="1138028" y="918370"/>
                </a:lnTo>
                <a:lnTo>
                  <a:pt x="1134042" y="923529"/>
                </a:lnTo>
                <a:lnTo>
                  <a:pt x="1126070" y="932260"/>
                </a:lnTo>
                <a:lnTo>
                  <a:pt x="1117699" y="940595"/>
                </a:lnTo>
                <a:lnTo>
                  <a:pt x="1108531" y="947738"/>
                </a:lnTo>
                <a:lnTo>
                  <a:pt x="1099762" y="954088"/>
                </a:lnTo>
                <a:lnTo>
                  <a:pt x="1090593" y="959248"/>
                </a:lnTo>
                <a:lnTo>
                  <a:pt x="1081027" y="963216"/>
                </a:lnTo>
                <a:lnTo>
                  <a:pt x="1077041" y="964804"/>
                </a:lnTo>
                <a:lnTo>
                  <a:pt x="1072257" y="966391"/>
                </a:lnTo>
                <a:lnTo>
                  <a:pt x="1067474" y="967185"/>
                </a:lnTo>
                <a:lnTo>
                  <a:pt x="1063488" y="967979"/>
                </a:lnTo>
                <a:lnTo>
                  <a:pt x="1059103" y="968376"/>
                </a:lnTo>
                <a:lnTo>
                  <a:pt x="1054719" y="968376"/>
                </a:lnTo>
                <a:lnTo>
                  <a:pt x="1051530" y="968376"/>
                </a:lnTo>
                <a:lnTo>
                  <a:pt x="1047543" y="967979"/>
                </a:lnTo>
                <a:lnTo>
                  <a:pt x="1043956" y="967185"/>
                </a:lnTo>
                <a:lnTo>
                  <a:pt x="1039970" y="965995"/>
                </a:lnTo>
                <a:lnTo>
                  <a:pt x="1031998" y="962820"/>
                </a:lnTo>
                <a:lnTo>
                  <a:pt x="1023627" y="958851"/>
                </a:lnTo>
                <a:lnTo>
                  <a:pt x="1014857" y="953295"/>
                </a:lnTo>
                <a:lnTo>
                  <a:pt x="1006088" y="947341"/>
                </a:lnTo>
                <a:lnTo>
                  <a:pt x="997318" y="939801"/>
                </a:lnTo>
                <a:lnTo>
                  <a:pt x="988549" y="931863"/>
                </a:lnTo>
                <a:lnTo>
                  <a:pt x="979779" y="922338"/>
                </a:lnTo>
                <a:lnTo>
                  <a:pt x="971807" y="912813"/>
                </a:lnTo>
                <a:lnTo>
                  <a:pt x="963835" y="902098"/>
                </a:lnTo>
                <a:lnTo>
                  <a:pt x="956660" y="890985"/>
                </a:lnTo>
                <a:lnTo>
                  <a:pt x="949883" y="878682"/>
                </a:lnTo>
                <a:lnTo>
                  <a:pt x="943904" y="865982"/>
                </a:lnTo>
                <a:lnTo>
                  <a:pt x="941512" y="859632"/>
                </a:lnTo>
                <a:lnTo>
                  <a:pt x="938722" y="852885"/>
                </a:lnTo>
                <a:lnTo>
                  <a:pt x="936729" y="846138"/>
                </a:lnTo>
                <a:lnTo>
                  <a:pt x="934736" y="839391"/>
                </a:lnTo>
                <a:lnTo>
                  <a:pt x="933540" y="843757"/>
                </a:lnTo>
                <a:lnTo>
                  <a:pt x="931547" y="847329"/>
                </a:lnTo>
                <a:lnTo>
                  <a:pt x="929554" y="849710"/>
                </a:lnTo>
                <a:lnTo>
                  <a:pt x="928757" y="850107"/>
                </a:lnTo>
                <a:lnTo>
                  <a:pt x="927960" y="850504"/>
                </a:lnTo>
                <a:lnTo>
                  <a:pt x="926764" y="850107"/>
                </a:lnTo>
                <a:lnTo>
                  <a:pt x="925568" y="849710"/>
                </a:lnTo>
                <a:lnTo>
                  <a:pt x="924372" y="848123"/>
                </a:lnTo>
                <a:lnTo>
                  <a:pt x="923575" y="846535"/>
                </a:lnTo>
                <a:lnTo>
                  <a:pt x="921582" y="842963"/>
                </a:lnTo>
                <a:lnTo>
                  <a:pt x="920386" y="837407"/>
                </a:lnTo>
                <a:lnTo>
                  <a:pt x="918791" y="831057"/>
                </a:lnTo>
                <a:lnTo>
                  <a:pt x="917596" y="823516"/>
                </a:lnTo>
                <a:lnTo>
                  <a:pt x="917197" y="815182"/>
                </a:lnTo>
                <a:lnTo>
                  <a:pt x="916798" y="806054"/>
                </a:lnTo>
                <a:lnTo>
                  <a:pt x="917197" y="798116"/>
                </a:lnTo>
                <a:lnTo>
                  <a:pt x="917596" y="790576"/>
                </a:lnTo>
                <a:lnTo>
                  <a:pt x="918393" y="783829"/>
                </a:lnTo>
                <a:lnTo>
                  <a:pt x="919987" y="777479"/>
                </a:lnTo>
                <a:lnTo>
                  <a:pt x="921183" y="772319"/>
                </a:lnTo>
                <a:lnTo>
                  <a:pt x="922379" y="767954"/>
                </a:lnTo>
                <a:lnTo>
                  <a:pt x="924372" y="764779"/>
                </a:lnTo>
                <a:lnTo>
                  <a:pt x="925169" y="763588"/>
                </a:lnTo>
                <a:lnTo>
                  <a:pt x="926365" y="763191"/>
                </a:lnTo>
                <a:lnTo>
                  <a:pt x="923176" y="759619"/>
                </a:lnTo>
                <a:lnTo>
                  <a:pt x="920785" y="756444"/>
                </a:lnTo>
                <a:lnTo>
                  <a:pt x="918393" y="752476"/>
                </a:lnTo>
                <a:lnTo>
                  <a:pt x="916798" y="748507"/>
                </a:lnTo>
                <a:lnTo>
                  <a:pt x="915204" y="744538"/>
                </a:lnTo>
                <a:lnTo>
                  <a:pt x="914407" y="739776"/>
                </a:lnTo>
                <a:lnTo>
                  <a:pt x="913609" y="735807"/>
                </a:lnTo>
                <a:lnTo>
                  <a:pt x="913211" y="731044"/>
                </a:lnTo>
                <a:lnTo>
                  <a:pt x="912812" y="727076"/>
                </a:lnTo>
                <a:lnTo>
                  <a:pt x="912812" y="721916"/>
                </a:lnTo>
                <a:lnTo>
                  <a:pt x="913609" y="712391"/>
                </a:lnTo>
                <a:lnTo>
                  <a:pt x="915204" y="703263"/>
                </a:lnTo>
                <a:lnTo>
                  <a:pt x="917197" y="694135"/>
                </a:lnTo>
                <a:lnTo>
                  <a:pt x="920386" y="685007"/>
                </a:lnTo>
                <a:lnTo>
                  <a:pt x="923575" y="676672"/>
                </a:lnTo>
                <a:lnTo>
                  <a:pt x="927162" y="668735"/>
                </a:lnTo>
                <a:lnTo>
                  <a:pt x="930750" y="661988"/>
                </a:lnTo>
                <a:lnTo>
                  <a:pt x="934337" y="656035"/>
                </a:lnTo>
                <a:lnTo>
                  <a:pt x="937526" y="651272"/>
                </a:lnTo>
                <a:lnTo>
                  <a:pt x="940715" y="647700"/>
                </a:lnTo>
                <a:lnTo>
                  <a:pt x="943107" y="646113"/>
                </a:lnTo>
                <a:lnTo>
                  <a:pt x="955862" y="639763"/>
                </a:lnTo>
                <a:lnTo>
                  <a:pt x="968219" y="634604"/>
                </a:lnTo>
                <a:lnTo>
                  <a:pt x="980178" y="630238"/>
                </a:lnTo>
                <a:lnTo>
                  <a:pt x="992535" y="627063"/>
                </a:lnTo>
                <a:lnTo>
                  <a:pt x="1004493" y="624285"/>
                </a:lnTo>
                <a:lnTo>
                  <a:pt x="1016053" y="622300"/>
                </a:lnTo>
                <a:lnTo>
                  <a:pt x="1027214" y="621110"/>
                </a:lnTo>
                <a:lnTo>
                  <a:pt x="1038375" y="620713"/>
                </a:lnTo>
                <a:close/>
                <a:moveTo>
                  <a:pt x="1043186" y="515586"/>
                </a:moveTo>
                <a:lnTo>
                  <a:pt x="1022934" y="515983"/>
                </a:lnTo>
                <a:lnTo>
                  <a:pt x="1002682" y="516777"/>
                </a:lnTo>
                <a:lnTo>
                  <a:pt x="982827" y="518364"/>
                </a:lnTo>
                <a:lnTo>
                  <a:pt x="962972" y="519952"/>
                </a:lnTo>
                <a:lnTo>
                  <a:pt x="943514" y="521937"/>
                </a:lnTo>
                <a:lnTo>
                  <a:pt x="924056" y="525113"/>
                </a:lnTo>
                <a:lnTo>
                  <a:pt x="904598" y="527891"/>
                </a:lnTo>
                <a:lnTo>
                  <a:pt x="885140" y="531861"/>
                </a:lnTo>
                <a:lnTo>
                  <a:pt x="866476" y="535830"/>
                </a:lnTo>
                <a:lnTo>
                  <a:pt x="847812" y="540594"/>
                </a:lnTo>
                <a:lnTo>
                  <a:pt x="829148" y="545754"/>
                </a:lnTo>
                <a:lnTo>
                  <a:pt x="810485" y="550914"/>
                </a:lnTo>
                <a:lnTo>
                  <a:pt x="792218" y="556869"/>
                </a:lnTo>
                <a:lnTo>
                  <a:pt x="774348" y="563220"/>
                </a:lnTo>
                <a:lnTo>
                  <a:pt x="756082" y="569968"/>
                </a:lnTo>
                <a:lnTo>
                  <a:pt x="738609" y="577113"/>
                </a:lnTo>
                <a:lnTo>
                  <a:pt x="721137" y="585449"/>
                </a:lnTo>
                <a:lnTo>
                  <a:pt x="704061" y="593388"/>
                </a:lnTo>
                <a:lnTo>
                  <a:pt x="686986" y="601724"/>
                </a:lnTo>
                <a:lnTo>
                  <a:pt x="670308" y="610457"/>
                </a:lnTo>
                <a:lnTo>
                  <a:pt x="653630" y="619587"/>
                </a:lnTo>
                <a:lnTo>
                  <a:pt x="637745" y="629114"/>
                </a:lnTo>
                <a:lnTo>
                  <a:pt x="621861" y="639037"/>
                </a:lnTo>
                <a:lnTo>
                  <a:pt x="605977" y="649755"/>
                </a:lnTo>
                <a:lnTo>
                  <a:pt x="590490" y="660473"/>
                </a:lnTo>
                <a:lnTo>
                  <a:pt x="575400" y="671190"/>
                </a:lnTo>
                <a:lnTo>
                  <a:pt x="559913" y="682702"/>
                </a:lnTo>
                <a:lnTo>
                  <a:pt x="545617" y="694610"/>
                </a:lnTo>
                <a:lnTo>
                  <a:pt x="531322" y="706519"/>
                </a:lnTo>
                <a:lnTo>
                  <a:pt x="517026" y="719221"/>
                </a:lnTo>
                <a:lnTo>
                  <a:pt x="503525" y="731924"/>
                </a:lnTo>
                <a:lnTo>
                  <a:pt x="490023" y="745023"/>
                </a:lnTo>
                <a:lnTo>
                  <a:pt x="476919" y="758520"/>
                </a:lnTo>
                <a:lnTo>
                  <a:pt x="464212" y="772413"/>
                </a:lnTo>
                <a:lnTo>
                  <a:pt x="451504" y="786306"/>
                </a:lnTo>
                <a:lnTo>
                  <a:pt x="439591" y="800596"/>
                </a:lnTo>
                <a:lnTo>
                  <a:pt x="427678" y="815680"/>
                </a:lnTo>
                <a:lnTo>
                  <a:pt x="416162" y="830368"/>
                </a:lnTo>
                <a:lnTo>
                  <a:pt x="405441" y="845452"/>
                </a:lnTo>
                <a:lnTo>
                  <a:pt x="394322" y="860933"/>
                </a:lnTo>
                <a:lnTo>
                  <a:pt x="383997" y="876811"/>
                </a:lnTo>
                <a:lnTo>
                  <a:pt x="374070" y="892689"/>
                </a:lnTo>
                <a:lnTo>
                  <a:pt x="364539" y="908964"/>
                </a:lnTo>
                <a:lnTo>
                  <a:pt x="355009" y="925636"/>
                </a:lnTo>
                <a:lnTo>
                  <a:pt x="346272" y="941911"/>
                </a:lnTo>
                <a:lnTo>
                  <a:pt x="337933" y="959377"/>
                </a:lnTo>
                <a:lnTo>
                  <a:pt x="329594" y="976048"/>
                </a:lnTo>
                <a:lnTo>
                  <a:pt x="322049" y="993911"/>
                </a:lnTo>
                <a:lnTo>
                  <a:pt x="314901" y="1011377"/>
                </a:lnTo>
                <a:lnTo>
                  <a:pt x="308151" y="1029240"/>
                </a:lnTo>
                <a:lnTo>
                  <a:pt x="301797" y="1047500"/>
                </a:lnTo>
                <a:lnTo>
                  <a:pt x="295840" y="1065362"/>
                </a:lnTo>
                <a:lnTo>
                  <a:pt x="290678" y="1084019"/>
                </a:lnTo>
                <a:lnTo>
                  <a:pt x="285516" y="1102676"/>
                </a:lnTo>
                <a:lnTo>
                  <a:pt x="280751" y="1121729"/>
                </a:lnTo>
                <a:lnTo>
                  <a:pt x="276780" y="1140783"/>
                </a:lnTo>
                <a:lnTo>
                  <a:pt x="272809" y="1159440"/>
                </a:lnTo>
                <a:lnTo>
                  <a:pt x="270029" y="1178890"/>
                </a:lnTo>
                <a:lnTo>
                  <a:pt x="266852" y="1198341"/>
                </a:lnTo>
                <a:lnTo>
                  <a:pt x="264867" y="1218188"/>
                </a:lnTo>
                <a:lnTo>
                  <a:pt x="263278" y="1237639"/>
                </a:lnTo>
                <a:lnTo>
                  <a:pt x="261690" y="1257883"/>
                </a:lnTo>
                <a:lnTo>
                  <a:pt x="260896" y="1277731"/>
                </a:lnTo>
                <a:lnTo>
                  <a:pt x="260498" y="1297975"/>
                </a:lnTo>
                <a:lnTo>
                  <a:pt x="260896" y="1318220"/>
                </a:lnTo>
                <a:lnTo>
                  <a:pt x="261690" y="1338067"/>
                </a:lnTo>
                <a:lnTo>
                  <a:pt x="263278" y="1357915"/>
                </a:lnTo>
                <a:lnTo>
                  <a:pt x="264867" y="1377763"/>
                </a:lnTo>
                <a:lnTo>
                  <a:pt x="266852" y="1397213"/>
                </a:lnTo>
                <a:lnTo>
                  <a:pt x="270029" y="1416664"/>
                </a:lnTo>
                <a:lnTo>
                  <a:pt x="272809" y="1436114"/>
                </a:lnTo>
                <a:lnTo>
                  <a:pt x="276780" y="1455168"/>
                </a:lnTo>
                <a:lnTo>
                  <a:pt x="280751" y="1474222"/>
                </a:lnTo>
                <a:lnTo>
                  <a:pt x="285516" y="1493275"/>
                </a:lnTo>
                <a:lnTo>
                  <a:pt x="290678" y="1511535"/>
                </a:lnTo>
                <a:lnTo>
                  <a:pt x="295840" y="1530192"/>
                </a:lnTo>
                <a:lnTo>
                  <a:pt x="301797" y="1548452"/>
                </a:lnTo>
                <a:lnTo>
                  <a:pt x="308151" y="1566314"/>
                </a:lnTo>
                <a:lnTo>
                  <a:pt x="314901" y="1584177"/>
                </a:lnTo>
                <a:lnTo>
                  <a:pt x="322049" y="1602040"/>
                </a:lnTo>
                <a:lnTo>
                  <a:pt x="329594" y="1619109"/>
                </a:lnTo>
                <a:lnTo>
                  <a:pt x="337933" y="1636575"/>
                </a:lnTo>
                <a:lnTo>
                  <a:pt x="346272" y="1653247"/>
                </a:lnTo>
                <a:lnTo>
                  <a:pt x="355009" y="1670316"/>
                </a:lnTo>
                <a:lnTo>
                  <a:pt x="364539" y="1686591"/>
                </a:lnTo>
                <a:lnTo>
                  <a:pt x="374070" y="1703262"/>
                </a:lnTo>
                <a:lnTo>
                  <a:pt x="383997" y="1719140"/>
                </a:lnTo>
                <a:lnTo>
                  <a:pt x="394322" y="1734622"/>
                </a:lnTo>
                <a:lnTo>
                  <a:pt x="405441" y="1750500"/>
                </a:lnTo>
                <a:lnTo>
                  <a:pt x="416162" y="1765584"/>
                </a:lnTo>
                <a:lnTo>
                  <a:pt x="427678" y="1780271"/>
                </a:lnTo>
                <a:lnTo>
                  <a:pt x="439591" y="1794958"/>
                </a:lnTo>
                <a:lnTo>
                  <a:pt x="451504" y="1809248"/>
                </a:lnTo>
                <a:lnTo>
                  <a:pt x="464212" y="1823142"/>
                </a:lnTo>
                <a:lnTo>
                  <a:pt x="476919" y="1837035"/>
                </a:lnTo>
                <a:lnTo>
                  <a:pt x="490023" y="1850531"/>
                </a:lnTo>
                <a:lnTo>
                  <a:pt x="503525" y="1863631"/>
                </a:lnTo>
                <a:lnTo>
                  <a:pt x="517026" y="1876333"/>
                </a:lnTo>
                <a:lnTo>
                  <a:pt x="531322" y="1889035"/>
                </a:lnTo>
                <a:lnTo>
                  <a:pt x="545617" y="1900944"/>
                </a:lnTo>
                <a:lnTo>
                  <a:pt x="559913" y="1912852"/>
                </a:lnTo>
                <a:lnTo>
                  <a:pt x="575400" y="1923967"/>
                </a:lnTo>
                <a:lnTo>
                  <a:pt x="590490" y="1935479"/>
                </a:lnTo>
                <a:lnTo>
                  <a:pt x="605977" y="1945799"/>
                </a:lnTo>
                <a:lnTo>
                  <a:pt x="621861" y="1956517"/>
                </a:lnTo>
                <a:lnTo>
                  <a:pt x="637745" y="1966044"/>
                </a:lnTo>
                <a:lnTo>
                  <a:pt x="653630" y="1975968"/>
                </a:lnTo>
                <a:lnTo>
                  <a:pt x="670308" y="1985097"/>
                </a:lnTo>
                <a:lnTo>
                  <a:pt x="686986" y="1994227"/>
                </a:lnTo>
                <a:lnTo>
                  <a:pt x="704061" y="2002563"/>
                </a:lnTo>
                <a:lnTo>
                  <a:pt x="721137" y="2010502"/>
                </a:lnTo>
                <a:lnTo>
                  <a:pt x="738609" y="2018044"/>
                </a:lnTo>
                <a:lnTo>
                  <a:pt x="756082" y="2025189"/>
                </a:lnTo>
                <a:lnTo>
                  <a:pt x="774348" y="2032335"/>
                </a:lnTo>
                <a:lnTo>
                  <a:pt x="792218" y="2038686"/>
                </a:lnTo>
                <a:lnTo>
                  <a:pt x="810485" y="2044640"/>
                </a:lnTo>
                <a:lnTo>
                  <a:pt x="829148" y="2050197"/>
                </a:lnTo>
                <a:lnTo>
                  <a:pt x="847812" y="2055358"/>
                </a:lnTo>
                <a:lnTo>
                  <a:pt x="866476" y="2059724"/>
                </a:lnTo>
                <a:lnTo>
                  <a:pt x="885140" y="2064091"/>
                </a:lnTo>
                <a:lnTo>
                  <a:pt x="904598" y="2067266"/>
                </a:lnTo>
                <a:lnTo>
                  <a:pt x="924056" y="2070839"/>
                </a:lnTo>
                <a:lnTo>
                  <a:pt x="943514" y="2073220"/>
                </a:lnTo>
                <a:lnTo>
                  <a:pt x="962972" y="2075999"/>
                </a:lnTo>
                <a:lnTo>
                  <a:pt x="982827" y="2077587"/>
                </a:lnTo>
                <a:lnTo>
                  <a:pt x="1002682" y="2078778"/>
                </a:lnTo>
                <a:lnTo>
                  <a:pt x="1022934" y="2079572"/>
                </a:lnTo>
                <a:lnTo>
                  <a:pt x="1043186" y="2079572"/>
                </a:lnTo>
                <a:lnTo>
                  <a:pt x="1063041" y="2079572"/>
                </a:lnTo>
                <a:lnTo>
                  <a:pt x="1083293" y="2078778"/>
                </a:lnTo>
                <a:lnTo>
                  <a:pt x="1103148" y="2077587"/>
                </a:lnTo>
                <a:lnTo>
                  <a:pt x="1122606" y="2075999"/>
                </a:lnTo>
                <a:lnTo>
                  <a:pt x="1142064" y="2073220"/>
                </a:lnTo>
                <a:lnTo>
                  <a:pt x="1161919" y="2070839"/>
                </a:lnTo>
                <a:lnTo>
                  <a:pt x="1180980" y="2067266"/>
                </a:lnTo>
                <a:lnTo>
                  <a:pt x="1200438" y="2064091"/>
                </a:lnTo>
                <a:lnTo>
                  <a:pt x="1219499" y="2059724"/>
                </a:lnTo>
                <a:lnTo>
                  <a:pt x="1237766" y="2055358"/>
                </a:lnTo>
                <a:lnTo>
                  <a:pt x="1256827" y="2050197"/>
                </a:lnTo>
                <a:lnTo>
                  <a:pt x="1275093" y="2044640"/>
                </a:lnTo>
                <a:lnTo>
                  <a:pt x="1293757" y="2038686"/>
                </a:lnTo>
                <a:lnTo>
                  <a:pt x="1311627" y="2032335"/>
                </a:lnTo>
                <a:lnTo>
                  <a:pt x="1329496" y="2025189"/>
                </a:lnTo>
                <a:lnTo>
                  <a:pt x="1347366" y="2018044"/>
                </a:lnTo>
                <a:lnTo>
                  <a:pt x="1364441" y="2010502"/>
                </a:lnTo>
                <a:lnTo>
                  <a:pt x="1381914" y="2002563"/>
                </a:lnTo>
                <a:lnTo>
                  <a:pt x="1398592" y="1994227"/>
                </a:lnTo>
                <a:lnTo>
                  <a:pt x="1415667" y="1985097"/>
                </a:lnTo>
                <a:lnTo>
                  <a:pt x="1431949" y="1975968"/>
                </a:lnTo>
                <a:lnTo>
                  <a:pt x="1447833" y="1966044"/>
                </a:lnTo>
                <a:lnTo>
                  <a:pt x="1464114" y="1956517"/>
                </a:lnTo>
                <a:lnTo>
                  <a:pt x="1479998" y="1945799"/>
                </a:lnTo>
                <a:lnTo>
                  <a:pt x="1495088" y="1935479"/>
                </a:lnTo>
                <a:lnTo>
                  <a:pt x="1510575" y="1923967"/>
                </a:lnTo>
                <a:lnTo>
                  <a:pt x="1525665" y="1912852"/>
                </a:lnTo>
                <a:lnTo>
                  <a:pt x="1539960" y="1900944"/>
                </a:lnTo>
                <a:lnTo>
                  <a:pt x="1554256" y="1889035"/>
                </a:lnTo>
                <a:lnTo>
                  <a:pt x="1568551" y="1876333"/>
                </a:lnTo>
                <a:lnTo>
                  <a:pt x="1582053" y="1863631"/>
                </a:lnTo>
                <a:lnTo>
                  <a:pt x="1595555" y="1850531"/>
                </a:lnTo>
                <a:lnTo>
                  <a:pt x="1608659" y="1837035"/>
                </a:lnTo>
                <a:lnTo>
                  <a:pt x="1621763" y="1823142"/>
                </a:lnTo>
                <a:lnTo>
                  <a:pt x="1634073" y="1809248"/>
                </a:lnTo>
                <a:lnTo>
                  <a:pt x="1646383" y="1794958"/>
                </a:lnTo>
                <a:lnTo>
                  <a:pt x="1657899" y="1780271"/>
                </a:lnTo>
                <a:lnTo>
                  <a:pt x="1669415" y="1765584"/>
                </a:lnTo>
                <a:lnTo>
                  <a:pt x="1680534" y="1750500"/>
                </a:lnTo>
                <a:lnTo>
                  <a:pt x="1691256" y="1734622"/>
                </a:lnTo>
                <a:lnTo>
                  <a:pt x="1701581" y="1719140"/>
                </a:lnTo>
                <a:lnTo>
                  <a:pt x="1711508" y="1703262"/>
                </a:lnTo>
                <a:lnTo>
                  <a:pt x="1721436" y="1686591"/>
                </a:lnTo>
                <a:lnTo>
                  <a:pt x="1730569" y="1670316"/>
                </a:lnTo>
                <a:lnTo>
                  <a:pt x="1739305" y="1653247"/>
                </a:lnTo>
                <a:lnTo>
                  <a:pt x="1748041" y="1636575"/>
                </a:lnTo>
                <a:lnTo>
                  <a:pt x="1755983" y="1619109"/>
                </a:lnTo>
                <a:lnTo>
                  <a:pt x="1763529" y="1602040"/>
                </a:lnTo>
                <a:lnTo>
                  <a:pt x="1770676" y="1584177"/>
                </a:lnTo>
                <a:lnTo>
                  <a:pt x="1777427" y="1566314"/>
                </a:lnTo>
                <a:lnTo>
                  <a:pt x="1783781" y="1548452"/>
                </a:lnTo>
                <a:lnTo>
                  <a:pt x="1789737" y="1530192"/>
                </a:lnTo>
                <a:lnTo>
                  <a:pt x="1795694" y="1511535"/>
                </a:lnTo>
                <a:lnTo>
                  <a:pt x="1800459" y="1493275"/>
                </a:lnTo>
                <a:lnTo>
                  <a:pt x="1804827" y="1474222"/>
                </a:lnTo>
                <a:lnTo>
                  <a:pt x="1809195" y="1455168"/>
                </a:lnTo>
                <a:lnTo>
                  <a:pt x="1812769" y="1436114"/>
                </a:lnTo>
                <a:lnTo>
                  <a:pt x="1816343" y="1416664"/>
                </a:lnTo>
                <a:lnTo>
                  <a:pt x="1818726" y="1397213"/>
                </a:lnTo>
                <a:lnTo>
                  <a:pt x="1820711" y="1377763"/>
                </a:lnTo>
                <a:lnTo>
                  <a:pt x="1823094" y="1357915"/>
                </a:lnTo>
                <a:lnTo>
                  <a:pt x="1824285" y="1338067"/>
                </a:lnTo>
                <a:lnTo>
                  <a:pt x="1824682" y="1318220"/>
                </a:lnTo>
                <a:lnTo>
                  <a:pt x="1825079" y="1297975"/>
                </a:lnTo>
                <a:lnTo>
                  <a:pt x="1824682" y="1277731"/>
                </a:lnTo>
                <a:lnTo>
                  <a:pt x="1824285" y="1257883"/>
                </a:lnTo>
                <a:lnTo>
                  <a:pt x="1823094" y="1237639"/>
                </a:lnTo>
                <a:lnTo>
                  <a:pt x="1820711" y="1218188"/>
                </a:lnTo>
                <a:lnTo>
                  <a:pt x="1818726" y="1198341"/>
                </a:lnTo>
                <a:lnTo>
                  <a:pt x="1816343" y="1178890"/>
                </a:lnTo>
                <a:lnTo>
                  <a:pt x="1812769" y="1159440"/>
                </a:lnTo>
                <a:lnTo>
                  <a:pt x="1809195" y="1140783"/>
                </a:lnTo>
                <a:lnTo>
                  <a:pt x="1804827" y="1121729"/>
                </a:lnTo>
                <a:lnTo>
                  <a:pt x="1800459" y="1102676"/>
                </a:lnTo>
                <a:lnTo>
                  <a:pt x="1795694" y="1084019"/>
                </a:lnTo>
                <a:lnTo>
                  <a:pt x="1789737" y="1065362"/>
                </a:lnTo>
                <a:lnTo>
                  <a:pt x="1783781" y="1047500"/>
                </a:lnTo>
                <a:lnTo>
                  <a:pt x="1777427" y="1029240"/>
                </a:lnTo>
                <a:lnTo>
                  <a:pt x="1770676" y="1011377"/>
                </a:lnTo>
                <a:lnTo>
                  <a:pt x="1763529" y="993911"/>
                </a:lnTo>
                <a:lnTo>
                  <a:pt x="1755983" y="976048"/>
                </a:lnTo>
                <a:lnTo>
                  <a:pt x="1748041" y="959377"/>
                </a:lnTo>
                <a:lnTo>
                  <a:pt x="1739305" y="941911"/>
                </a:lnTo>
                <a:lnTo>
                  <a:pt x="1730569" y="925636"/>
                </a:lnTo>
                <a:lnTo>
                  <a:pt x="1721436" y="908964"/>
                </a:lnTo>
                <a:lnTo>
                  <a:pt x="1711508" y="892689"/>
                </a:lnTo>
                <a:lnTo>
                  <a:pt x="1701581" y="876811"/>
                </a:lnTo>
                <a:lnTo>
                  <a:pt x="1691256" y="860933"/>
                </a:lnTo>
                <a:lnTo>
                  <a:pt x="1680534" y="845452"/>
                </a:lnTo>
                <a:lnTo>
                  <a:pt x="1669415" y="830368"/>
                </a:lnTo>
                <a:lnTo>
                  <a:pt x="1657899" y="815680"/>
                </a:lnTo>
                <a:lnTo>
                  <a:pt x="1646383" y="800596"/>
                </a:lnTo>
                <a:lnTo>
                  <a:pt x="1634073" y="786306"/>
                </a:lnTo>
                <a:lnTo>
                  <a:pt x="1621763" y="772413"/>
                </a:lnTo>
                <a:lnTo>
                  <a:pt x="1608659" y="758520"/>
                </a:lnTo>
                <a:lnTo>
                  <a:pt x="1595555" y="745023"/>
                </a:lnTo>
                <a:lnTo>
                  <a:pt x="1582053" y="731924"/>
                </a:lnTo>
                <a:lnTo>
                  <a:pt x="1568551" y="719221"/>
                </a:lnTo>
                <a:lnTo>
                  <a:pt x="1554256" y="706519"/>
                </a:lnTo>
                <a:lnTo>
                  <a:pt x="1539960" y="694610"/>
                </a:lnTo>
                <a:lnTo>
                  <a:pt x="1525665" y="682702"/>
                </a:lnTo>
                <a:lnTo>
                  <a:pt x="1510575" y="671190"/>
                </a:lnTo>
                <a:lnTo>
                  <a:pt x="1495088" y="660473"/>
                </a:lnTo>
                <a:lnTo>
                  <a:pt x="1479998" y="649755"/>
                </a:lnTo>
                <a:lnTo>
                  <a:pt x="1464114" y="639037"/>
                </a:lnTo>
                <a:lnTo>
                  <a:pt x="1447833" y="629114"/>
                </a:lnTo>
                <a:lnTo>
                  <a:pt x="1431949" y="619587"/>
                </a:lnTo>
                <a:lnTo>
                  <a:pt x="1415667" y="610457"/>
                </a:lnTo>
                <a:lnTo>
                  <a:pt x="1398592" y="601724"/>
                </a:lnTo>
                <a:lnTo>
                  <a:pt x="1381914" y="593388"/>
                </a:lnTo>
                <a:lnTo>
                  <a:pt x="1364441" y="585449"/>
                </a:lnTo>
                <a:lnTo>
                  <a:pt x="1347366" y="577113"/>
                </a:lnTo>
                <a:lnTo>
                  <a:pt x="1329496" y="569968"/>
                </a:lnTo>
                <a:lnTo>
                  <a:pt x="1311627" y="563220"/>
                </a:lnTo>
                <a:lnTo>
                  <a:pt x="1293757" y="556869"/>
                </a:lnTo>
                <a:lnTo>
                  <a:pt x="1275093" y="550914"/>
                </a:lnTo>
                <a:lnTo>
                  <a:pt x="1256827" y="545754"/>
                </a:lnTo>
                <a:lnTo>
                  <a:pt x="1237766" y="540594"/>
                </a:lnTo>
                <a:lnTo>
                  <a:pt x="1219499" y="535830"/>
                </a:lnTo>
                <a:lnTo>
                  <a:pt x="1200438" y="531861"/>
                </a:lnTo>
                <a:lnTo>
                  <a:pt x="1180980" y="527891"/>
                </a:lnTo>
                <a:lnTo>
                  <a:pt x="1161919" y="525113"/>
                </a:lnTo>
                <a:lnTo>
                  <a:pt x="1142064" y="521937"/>
                </a:lnTo>
                <a:lnTo>
                  <a:pt x="1122606" y="519952"/>
                </a:lnTo>
                <a:lnTo>
                  <a:pt x="1103148" y="518364"/>
                </a:lnTo>
                <a:lnTo>
                  <a:pt x="1083293" y="516777"/>
                </a:lnTo>
                <a:lnTo>
                  <a:pt x="1063041" y="515983"/>
                </a:lnTo>
                <a:lnTo>
                  <a:pt x="1043186" y="515586"/>
                </a:lnTo>
                <a:close/>
                <a:moveTo>
                  <a:pt x="803734" y="280988"/>
                </a:moveTo>
                <a:lnTo>
                  <a:pt x="862902" y="391340"/>
                </a:lnTo>
                <a:lnTo>
                  <a:pt x="884743" y="387371"/>
                </a:lnTo>
                <a:lnTo>
                  <a:pt x="906980" y="383798"/>
                </a:lnTo>
                <a:lnTo>
                  <a:pt x="929218" y="380622"/>
                </a:lnTo>
                <a:lnTo>
                  <a:pt x="951456" y="378241"/>
                </a:lnTo>
                <a:lnTo>
                  <a:pt x="974488" y="376256"/>
                </a:lnTo>
                <a:lnTo>
                  <a:pt x="997122" y="374668"/>
                </a:lnTo>
                <a:lnTo>
                  <a:pt x="1019757" y="373874"/>
                </a:lnTo>
                <a:lnTo>
                  <a:pt x="1043186" y="373477"/>
                </a:lnTo>
                <a:lnTo>
                  <a:pt x="1059865" y="373874"/>
                </a:lnTo>
                <a:lnTo>
                  <a:pt x="1076940" y="374271"/>
                </a:lnTo>
                <a:lnTo>
                  <a:pt x="1093618" y="375462"/>
                </a:lnTo>
                <a:lnTo>
                  <a:pt x="1110693" y="376256"/>
                </a:lnTo>
                <a:lnTo>
                  <a:pt x="1127372" y="377844"/>
                </a:lnTo>
                <a:lnTo>
                  <a:pt x="1144050" y="379432"/>
                </a:lnTo>
                <a:lnTo>
                  <a:pt x="1160331" y="381019"/>
                </a:lnTo>
                <a:lnTo>
                  <a:pt x="1176612" y="383798"/>
                </a:lnTo>
                <a:lnTo>
                  <a:pt x="1193291" y="386180"/>
                </a:lnTo>
                <a:lnTo>
                  <a:pt x="1209572" y="388958"/>
                </a:lnTo>
                <a:lnTo>
                  <a:pt x="1225853" y="392134"/>
                </a:lnTo>
                <a:lnTo>
                  <a:pt x="1241737" y="395310"/>
                </a:lnTo>
                <a:lnTo>
                  <a:pt x="1257621" y="399279"/>
                </a:lnTo>
                <a:lnTo>
                  <a:pt x="1273505" y="403249"/>
                </a:lnTo>
                <a:lnTo>
                  <a:pt x="1289389" y="407218"/>
                </a:lnTo>
                <a:lnTo>
                  <a:pt x="1304876" y="411982"/>
                </a:lnTo>
                <a:lnTo>
                  <a:pt x="1370398" y="304805"/>
                </a:lnTo>
                <a:lnTo>
                  <a:pt x="1611439" y="417142"/>
                </a:lnTo>
                <a:lnTo>
                  <a:pt x="1570140" y="539800"/>
                </a:lnTo>
                <a:lnTo>
                  <a:pt x="1592775" y="555678"/>
                </a:lnTo>
                <a:lnTo>
                  <a:pt x="1614615" y="572747"/>
                </a:lnTo>
                <a:lnTo>
                  <a:pt x="1636059" y="589815"/>
                </a:lnTo>
                <a:lnTo>
                  <a:pt x="1656708" y="608075"/>
                </a:lnTo>
                <a:lnTo>
                  <a:pt x="1676960" y="626732"/>
                </a:lnTo>
                <a:lnTo>
                  <a:pt x="1696815" y="645389"/>
                </a:lnTo>
                <a:lnTo>
                  <a:pt x="1715876" y="665236"/>
                </a:lnTo>
                <a:lnTo>
                  <a:pt x="1734540" y="685481"/>
                </a:lnTo>
                <a:lnTo>
                  <a:pt x="1752410" y="706519"/>
                </a:lnTo>
                <a:lnTo>
                  <a:pt x="1769882" y="728351"/>
                </a:lnTo>
                <a:lnTo>
                  <a:pt x="1786560" y="750184"/>
                </a:lnTo>
                <a:lnTo>
                  <a:pt x="1802841" y="772413"/>
                </a:lnTo>
                <a:lnTo>
                  <a:pt x="1818329" y="795436"/>
                </a:lnTo>
                <a:lnTo>
                  <a:pt x="1832624" y="818856"/>
                </a:lnTo>
                <a:lnTo>
                  <a:pt x="1846920" y="842673"/>
                </a:lnTo>
                <a:lnTo>
                  <a:pt x="1860024" y="866887"/>
                </a:lnTo>
                <a:lnTo>
                  <a:pt x="1994642" y="834337"/>
                </a:lnTo>
                <a:lnTo>
                  <a:pt x="2085975" y="1084019"/>
                </a:lnTo>
                <a:lnTo>
                  <a:pt x="1954931" y="1149516"/>
                </a:lnTo>
                <a:lnTo>
                  <a:pt x="1958108" y="1167776"/>
                </a:lnTo>
                <a:lnTo>
                  <a:pt x="1960491" y="1185638"/>
                </a:lnTo>
                <a:lnTo>
                  <a:pt x="1962476" y="1204295"/>
                </a:lnTo>
                <a:lnTo>
                  <a:pt x="1964462" y="1222952"/>
                </a:lnTo>
                <a:lnTo>
                  <a:pt x="1965653" y="1241212"/>
                </a:lnTo>
                <a:lnTo>
                  <a:pt x="1966447" y="1259868"/>
                </a:lnTo>
                <a:lnTo>
                  <a:pt x="1967242" y="1278922"/>
                </a:lnTo>
                <a:lnTo>
                  <a:pt x="1967242" y="1297975"/>
                </a:lnTo>
                <a:lnTo>
                  <a:pt x="1967242" y="1315441"/>
                </a:lnTo>
                <a:lnTo>
                  <a:pt x="1966845" y="1332907"/>
                </a:lnTo>
                <a:lnTo>
                  <a:pt x="1966050" y="1349976"/>
                </a:lnTo>
                <a:lnTo>
                  <a:pt x="1964859" y="1367839"/>
                </a:lnTo>
                <a:lnTo>
                  <a:pt x="1962873" y="1385305"/>
                </a:lnTo>
                <a:lnTo>
                  <a:pt x="1961285" y="1401977"/>
                </a:lnTo>
                <a:lnTo>
                  <a:pt x="1959300" y="1419442"/>
                </a:lnTo>
                <a:lnTo>
                  <a:pt x="1957314" y="1436114"/>
                </a:lnTo>
                <a:lnTo>
                  <a:pt x="1954137" y="1453183"/>
                </a:lnTo>
                <a:lnTo>
                  <a:pt x="1951357" y="1469855"/>
                </a:lnTo>
                <a:lnTo>
                  <a:pt x="1947784" y="1486527"/>
                </a:lnTo>
                <a:lnTo>
                  <a:pt x="1944210" y="1503199"/>
                </a:lnTo>
                <a:lnTo>
                  <a:pt x="1940239" y="1519871"/>
                </a:lnTo>
                <a:lnTo>
                  <a:pt x="1935871" y="1535749"/>
                </a:lnTo>
                <a:lnTo>
                  <a:pt x="1931899" y="1552024"/>
                </a:lnTo>
                <a:lnTo>
                  <a:pt x="1926737" y="1568299"/>
                </a:lnTo>
                <a:lnTo>
                  <a:pt x="2061355" y="1650468"/>
                </a:lnTo>
                <a:lnTo>
                  <a:pt x="1949372" y="1891020"/>
                </a:lnTo>
                <a:lnTo>
                  <a:pt x="1791723" y="1838623"/>
                </a:lnTo>
                <a:lnTo>
                  <a:pt x="1776633" y="1859264"/>
                </a:lnTo>
                <a:lnTo>
                  <a:pt x="1761146" y="1879112"/>
                </a:lnTo>
                <a:lnTo>
                  <a:pt x="1744468" y="1898165"/>
                </a:lnTo>
                <a:lnTo>
                  <a:pt x="1728186" y="1917219"/>
                </a:lnTo>
                <a:lnTo>
                  <a:pt x="1710714" y="1935876"/>
                </a:lnTo>
                <a:lnTo>
                  <a:pt x="1693241" y="1954135"/>
                </a:lnTo>
                <a:lnTo>
                  <a:pt x="1674975" y="1971204"/>
                </a:lnTo>
                <a:lnTo>
                  <a:pt x="1655914" y="1988670"/>
                </a:lnTo>
                <a:lnTo>
                  <a:pt x="1636853" y="2004945"/>
                </a:lnTo>
                <a:lnTo>
                  <a:pt x="1616998" y="2021220"/>
                </a:lnTo>
                <a:lnTo>
                  <a:pt x="1597143" y="2036701"/>
                </a:lnTo>
                <a:lnTo>
                  <a:pt x="1576494" y="2051388"/>
                </a:lnTo>
                <a:lnTo>
                  <a:pt x="1555844" y="2066075"/>
                </a:lnTo>
                <a:lnTo>
                  <a:pt x="1534401" y="2079572"/>
                </a:lnTo>
                <a:lnTo>
                  <a:pt x="1512957" y="2093068"/>
                </a:lnTo>
                <a:lnTo>
                  <a:pt x="1491117" y="2105770"/>
                </a:lnTo>
                <a:lnTo>
                  <a:pt x="1531621" y="2274474"/>
                </a:lnTo>
                <a:lnTo>
                  <a:pt x="1281844" y="2365376"/>
                </a:lnTo>
                <a:lnTo>
                  <a:pt x="1202821" y="2207787"/>
                </a:lnTo>
                <a:lnTo>
                  <a:pt x="1183363" y="2210962"/>
                </a:lnTo>
                <a:lnTo>
                  <a:pt x="1163508" y="2213741"/>
                </a:lnTo>
                <a:lnTo>
                  <a:pt x="1144050" y="2216123"/>
                </a:lnTo>
                <a:lnTo>
                  <a:pt x="1124195" y="2218504"/>
                </a:lnTo>
                <a:lnTo>
                  <a:pt x="1103943" y="2219695"/>
                </a:lnTo>
                <a:lnTo>
                  <a:pt x="1083690" y="2220886"/>
                </a:lnTo>
                <a:lnTo>
                  <a:pt x="1063438" y="2221680"/>
                </a:lnTo>
                <a:lnTo>
                  <a:pt x="1043186" y="2221680"/>
                </a:lnTo>
                <a:lnTo>
                  <a:pt x="1013007" y="2221283"/>
                </a:lnTo>
                <a:lnTo>
                  <a:pt x="983224" y="2220092"/>
                </a:lnTo>
                <a:lnTo>
                  <a:pt x="954235" y="2217711"/>
                </a:lnTo>
                <a:lnTo>
                  <a:pt x="924850" y="2214535"/>
                </a:lnTo>
                <a:lnTo>
                  <a:pt x="895862" y="2210565"/>
                </a:lnTo>
                <a:lnTo>
                  <a:pt x="867270" y="2205405"/>
                </a:lnTo>
                <a:lnTo>
                  <a:pt x="839076" y="2199451"/>
                </a:lnTo>
                <a:lnTo>
                  <a:pt x="810882" y="2192703"/>
                </a:lnTo>
                <a:lnTo>
                  <a:pt x="715180" y="2341162"/>
                </a:lnTo>
                <a:lnTo>
                  <a:pt x="474536" y="2229222"/>
                </a:lnTo>
                <a:lnTo>
                  <a:pt x="524968" y="2062900"/>
                </a:lnTo>
                <a:lnTo>
                  <a:pt x="504716" y="2049006"/>
                </a:lnTo>
                <a:lnTo>
                  <a:pt x="484464" y="2033525"/>
                </a:lnTo>
                <a:lnTo>
                  <a:pt x="465006" y="2018441"/>
                </a:lnTo>
                <a:lnTo>
                  <a:pt x="445945" y="2002960"/>
                </a:lnTo>
                <a:lnTo>
                  <a:pt x="427281" y="1986288"/>
                </a:lnTo>
                <a:lnTo>
                  <a:pt x="408617" y="1969616"/>
                </a:lnTo>
                <a:lnTo>
                  <a:pt x="390748" y="1952151"/>
                </a:lnTo>
                <a:lnTo>
                  <a:pt x="373672" y="1934685"/>
                </a:lnTo>
                <a:lnTo>
                  <a:pt x="356597" y="1916028"/>
                </a:lnTo>
                <a:lnTo>
                  <a:pt x="340316" y="1897371"/>
                </a:lnTo>
                <a:lnTo>
                  <a:pt x="324432" y="1878715"/>
                </a:lnTo>
                <a:lnTo>
                  <a:pt x="308548" y="1858867"/>
                </a:lnTo>
                <a:lnTo>
                  <a:pt x="293855" y="1839020"/>
                </a:lnTo>
                <a:lnTo>
                  <a:pt x="279559" y="1818775"/>
                </a:lnTo>
                <a:lnTo>
                  <a:pt x="265661" y="1797737"/>
                </a:lnTo>
                <a:lnTo>
                  <a:pt x="252556" y="1776301"/>
                </a:lnTo>
                <a:lnTo>
                  <a:pt x="91333" y="1811630"/>
                </a:lnTo>
                <a:lnTo>
                  <a:pt x="0" y="1562345"/>
                </a:lnTo>
                <a:lnTo>
                  <a:pt x="138191" y="1488512"/>
                </a:lnTo>
                <a:lnTo>
                  <a:pt x="133426" y="1465092"/>
                </a:lnTo>
                <a:lnTo>
                  <a:pt x="129852" y="1441672"/>
                </a:lnTo>
                <a:lnTo>
                  <a:pt x="126278" y="1418251"/>
                </a:lnTo>
                <a:lnTo>
                  <a:pt x="123498" y="1394434"/>
                </a:lnTo>
                <a:lnTo>
                  <a:pt x="121513" y="1370220"/>
                </a:lnTo>
                <a:lnTo>
                  <a:pt x="119527" y="1346403"/>
                </a:lnTo>
                <a:lnTo>
                  <a:pt x="118733" y="1322189"/>
                </a:lnTo>
                <a:lnTo>
                  <a:pt x="118336" y="1297975"/>
                </a:lnTo>
                <a:lnTo>
                  <a:pt x="118733" y="1269395"/>
                </a:lnTo>
                <a:lnTo>
                  <a:pt x="119924" y="1240418"/>
                </a:lnTo>
                <a:lnTo>
                  <a:pt x="122704" y="1211837"/>
                </a:lnTo>
                <a:lnTo>
                  <a:pt x="125484" y="1184051"/>
                </a:lnTo>
                <a:lnTo>
                  <a:pt x="129455" y="1155867"/>
                </a:lnTo>
                <a:lnTo>
                  <a:pt x="134220" y="1128478"/>
                </a:lnTo>
                <a:lnTo>
                  <a:pt x="139780" y="1101088"/>
                </a:lnTo>
                <a:lnTo>
                  <a:pt x="146133" y="1074095"/>
                </a:lnTo>
                <a:lnTo>
                  <a:pt x="24223" y="995896"/>
                </a:lnTo>
                <a:lnTo>
                  <a:pt x="136603" y="755344"/>
                </a:lnTo>
                <a:lnTo>
                  <a:pt x="268043" y="794642"/>
                </a:lnTo>
                <a:lnTo>
                  <a:pt x="283530" y="772016"/>
                </a:lnTo>
                <a:lnTo>
                  <a:pt x="299017" y="750184"/>
                </a:lnTo>
                <a:lnTo>
                  <a:pt x="315696" y="728351"/>
                </a:lnTo>
                <a:lnTo>
                  <a:pt x="332771" y="707313"/>
                </a:lnTo>
                <a:lnTo>
                  <a:pt x="350243" y="686274"/>
                </a:lnTo>
                <a:lnTo>
                  <a:pt x="368907" y="666824"/>
                </a:lnTo>
                <a:lnTo>
                  <a:pt x="387571" y="646976"/>
                </a:lnTo>
                <a:lnTo>
                  <a:pt x="407426" y="627923"/>
                </a:lnTo>
                <a:lnTo>
                  <a:pt x="427281" y="609266"/>
                </a:lnTo>
                <a:lnTo>
                  <a:pt x="447930" y="591403"/>
                </a:lnTo>
                <a:lnTo>
                  <a:pt x="468977" y="574334"/>
                </a:lnTo>
                <a:lnTo>
                  <a:pt x="490420" y="557662"/>
                </a:lnTo>
                <a:lnTo>
                  <a:pt x="512261" y="541784"/>
                </a:lnTo>
                <a:lnTo>
                  <a:pt x="535293" y="526303"/>
                </a:lnTo>
                <a:lnTo>
                  <a:pt x="557928" y="511616"/>
                </a:lnTo>
                <a:lnTo>
                  <a:pt x="581754" y="497723"/>
                </a:lnTo>
                <a:lnTo>
                  <a:pt x="554354" y="371890"/>
                </a:lnTo>
                <a:lnTo>
                  <a:pt x="803734" y="280988"/>
                </a:lnTo>
                <a:close/>
                <a:moveTo>
                  <a:pt x="2013752" y="186531"/>
                </a:moveTo>
                <a:lnTo>
                  <a:pt x="2001871" y="186928"/>
                </a:lnTo>
                <a:lnTo>
                  <a:pt x="1989594" y="188119"/>
                </a:lnTo>
                <a:lnTo>
                  <a:pt x="1978109" y="190103"/>
                </a:lnTo>
                <a:lnTo>
                  <a:pt x="1966624" y="192881"/>
                </a:lnTo>
                <a:lnTo>
                  <a:pt x="1955139" y="196453"/>
                </a:lnTo>
                <a:lnTo>
                  <a:pt x="1944050" y="200819"/>
                </a:lnTo>
                <a:lnTo>
                  <a:pt x="1932962" y="205978"/>
                </a:lnTo>
                <a:lnTo>
                  <a:pt x="1922269" y="211534"/>
                </a:lnTo>
                <a:lnTo>
                  <a:pt x="1914348" y="216297"/>
                </a:lnTo>
                <a:lnTo>
                  <a:pt x="1906823" y="221853"/>
                </a:lnTo>
                <a:lnTo>
                  <a:pt x="1899695" y="227409"/>
                </a:lnTo>
                <a:lnTo>
                  <a:pt x="1892962" y="233363"/>
                </a:lnTo>
                <a:lnTo>
                  <a:pt x="1886230" y="239713"/>
                </a:lnTo>
                <a:lnTo>
                  <a:pt x="1880289" y="246063"/>
                </a:lnTo>
                <a:lnTo>
                  <a:pt x="1874349" y="252809"/>
                </a:lnTo>
                <a:lnTo>
                  <a:pt x="1869200" y="259953"/>
                </a:lnTo>
                <a:lnTo>
                  <a:pt x="1864052" y="267097"/>
                </a:lnTo>
                <a:lnTo>
                  <a:pt x="1859300" y="274241"/>
                </a:lnTo>
                <a:lnTo>
                  <a:pt x="1855339" y="281781"/>
                </a:lnTo>
                <a:lnTo>
                  <a:pt x="1850983" y="289719"/>
                </a:lnTo>
                <a:lnTo>
                  <a:pt x="1847419" y="297656"/>
                </a:lnTo>
                <a:lnTo>
                  <a:pt x="1844646" y="305594"/>
                </a:lnTo>
                <a:lnTo>
                  <a:pt x="1841874" y="313928"/>
                </a:lnTo>
                <a:lnTo>
                  <a:pt x="1839102" y="322263"/>
                </a:lnTo>
                <a:lnTo>
                  <a:pt x="1837518" y="330597"/>
                </a:lnTo>
                <a:lnTo>
                  <a:pt x="1835934" y="339328"/>
                </a:lnTo>
                <a:lnTo>
                  <a:pt x="1834350" y="348059"/>
                </a:lnTo>
                <a:lnTo>
                  <a:pt x="1833557" y="356791"/>
                </a:lnTo>
                <a:lnTo>
                  <a:pt x="1833557" y="365125"/>
                </a:lnTo>
                <a:lnTo>
                  <a:pt x="1833557" y="373856"/>
                </a:lnTo>
                <a:lnTo>
                  <a:pt x="1833953" y="382984"/>
                </a:lnTo>
                <a:lnTo>
                  <a:pt x="1835142" y="391716"/>
                </a:lnTo>
                <a:lnTo>
                  <a:pt x="1836726" y="400050"/>
                </a:lnTo>
                <a:lnTo>
                  <a:pt x="1838310" y="409178"/>
                </a:lnTo>
                <a:lnTo>
                  <a:pt x="1840290" y="417513"/>
                </a:lnTo>
                <a:lnTo>
                  <a:pt x="1843458" y="426244"/>
                </a:lnTo>
                <a:lnTo>
                  <a:pt x="1846230" y="434578"/>
                </a:lnTo>
                <a:lnTo>
                  <a:pt x="1850191" y="443310"/>
                </a:lnTo>
                <a:lnTo>
                  <a:pt x="1853755" y="451247"/>
                </a:lnTo>
                <a:lnTo>
                  <a:pt x="1858507" y="459581"/>
                </a:lnTo>
                <a:lnTo>
                  <a:pt x="1864844" y="469503"/>
                </a:lnTo>
                <a:lnTo>
                  <a:pt x="1871973" y="479028"/>
                </a:lnTo>
                <a:lnTo>
                  <a:pt x="1879497" y="488156"/>
                </a:lnTo>
                <a:lnTo>
                  <a:pt x="1887418" y="496888"/>
                </a:lnTo>
                <a:lnTo>
                  <a:pt x="1896527" y="504428"/>
                </a:lnTo>
                <a:lnTo>
                  <a:pt x="1905239" y="511969"/>
                </a:lnTo>
                <a:lnTo>
                  <a:pt x="1914744" y="518716"/>
                </a:lnTo>
                <a:lnTo>
                  <a:pt x="1924645" y="524669"/>
                </a:lnTo>
                <a:lnTo>
                  <a:pt x="1934942" y="529828"/>
                </a:lnTo>
                <a:lnTo>
                  <a:pt x="1945635" y="534988"/>
                </a:lnTo>
                <a:lnTo>
                  <a:pt x="1956723" y="538956"/>
                </a:lnTo>
                <a:lnTo>
                  <a:pt x="1967812" y="542131"/>
                </a:lnTo>
                <a:lnTo>
                  <a:pt x="1979297" y="545306"/>
                </a:lnTo>
                <a:lnTo>
                  <a:pt x="1990782" y="546894"/>
                </a:lnTo>
                <a:lnTo>
                  <a:pt x="2002267" y="548085"/>
                </a:lnTo>
                <a:lnTo>
                  <a:pt x="2014544" y="548481"/>
                </a:lnTo>
                <a:lnTo>
                  <a:pt x="2026425" y="548085"/>
                </a:lnTo>
                <a:lnTo>
                  <a:pt x="2038306" y="546894"/>
                </a:lnTo>
                <a:lnTo>
                  <a:pt x="2049791" y="544910"/>
                </a:lnTo>
                <a:lnTo>
                  <a:pt x="2061672" y="542131"/>
                </a:lnTo>
                <a:lnTo>
                  <a:pt x="2073157" y="538560"/>
                </a:lnTo>
                <a:lnTo>
                  <a:pt x="2084246" y="534194"/>
                </a:lnTo>
                <a:lnTo>
                  <a:pt x="2095335" y="529035"/>
                </a:lnTo>
                <a:lnTo>
                  <a:pt x="2106028" y="523081"/>
                </a:lnTo>
                <a:lnTo>
                  <a:pt x="2113552" y="518716"/>
                </a:lnTo>
                <a:lnTo>
                  <a:pt x="2121077" y="513556"/>
                </a:lnTo>
                <a:lnTo>
                  <a:pt x="2128206" y="508000"/>
                </a:lnTo>
                <a:lnTo>
                  <a:pt x="2134938" y="502047"/>
                </a:lnTo>
                <a:lnTo>
                  <a:pt x="2141275" y="496491"/>
                </a:lnTo>
                <a:lnTo>
                  <a:pt x="2147215" y="490141"/>
                </a:lnTo>
                <a:lnTo>
                  <a:pt x="2153156" y="483394"/>
                </a:lnTo>
                <a:lnTo>
                  <a:pt x="2158304" y="476647"/>
                </a:lnTo>
                <a:lnTo>
                  <a:pt x="2163452" y="469503"/>
                </a:lnTo>
                <a:lnTo>
                  <a:pt x="2168601" y="461566"/>
                </a:lnTo>
                <a:lnTo>
                  <a:pt x="2172957" y="454025"/>
                </a:lnTo>
                <a:lnTo>
                  <a:pt x="2176917" y="446485"/>
                </a:lnTo>
                <a:lnTo>
                  <a:pt x="2180482" y="438150"/>
                </a:lnTo>
                <a:lnTo>
                  <a:pt x="2183650" y="430213"/>
                </a:lnTo>
                <a:lnTo>
                  <a:pt x="2186818" y="421481"/>
                </a:lnTo>
                <a:lnTo>
                  <a:pt x="2189195" y="412750"/>
                </a:lnTo>
                <a:lnTo>
                  <a:pt x="2191175" y="404019"/>
                </a:lnTo>
                <a:lnTo>
                  <a:pt x="2192363" y="395288"/>
                </a:lnTo>
                <a:lnTo>
                  <a:pt x="2193947" y="386159"/>
                </a:lnTo>
                <a:lnTo>
                  <a:pt x="2194739" y="377428"/>
                </a:lnTo>
                <a:lnTo>
                  <a:pt x="2194739" y="368697"/>
                </a:lnTo>
                <a:lnTo>
                  <a:pt x="2194739" y="359569"/>
                </a:lnTo>
                <a:lnTo>
                  <a:pt x="2194343" y="351234"/>
                </a:lnTo>
                <a:lnTo>
                  <a:pt x="2192759" y="342503"/>
                </a:lnTo>
                <a:lnTo>
                  <a:pt x="2191571" y="333375"/>
                </a:lnTo>
                <a:lnTo>
                  <a:pt x="2189591" y="325041"/>
                </a:lnTo>
                <a:lnTo>
                  <a:pt x="2187610" y="316706"/>
                </a:lnTo>
                <a:lnTo>
                  <a:pt x="2184838" y="308372"/>
                </a:lnTo>
                <a:lnTo>
                  <a:pt x="2181670" y="299641"/>
                </a:lnTo>
                <a:lnTo>
                  <a:pt x="2178106" y="291703"/>
                </a:lnTo>
                <a:lnTo>
                  <a:pt x="2174145" y="283766"/>
                </a:lnTo>
                <a:lnTo>
                  <a:pt x="2169789" y="275828"/>
                </a:lnTo>
                <a:lnTo>
                  <a:pt x="2163452" y="265509"/>
                </a:lnTo>
                <a:lnTo>
                  <a:pt x="2156324" y="255984"/>
                </a:lnTo>
                <a:lnTo>
                  <a:pt x="2148799" y="247253"/>
                </a:lnTo>
                <a:lnTo>
                  <a:pt x="2140879" y="238522"/>
                </a:lnTo>
                <a:lnTo>
                  <a:pt x="2131770" y="230584"/>
                </a:lnTo>
                <a:lnTo>
                  <a:pt x="2123057" y="223441"/>
                </a:lnTo>
                <a:lnTo>
                  <a:pt x="2113552" y="216694"/>
                </a:lnTo>
                <a:lnTo>
                  <a:pt x="2103255" y="210344"/>
                </a:lnTo>
                <a:lnTo>
                  <a:pt x="2093355" y="204788"/>
                </a:lnTo>
                <a:lnTo>
                  <a:pt x="2082662" y="200422"/>
                </a:lnTo>
                <a:lnTo>
                  <a:pt x="2071969" y="196056"/>
                </a:lnTo>
                <a:lnTo>
                  <a:pt x="2060484" y="192881"/>
                </a:lnTo>
                <a:lnTo>
                  <a:pt x="2048999" y="190103"/>
                </a:lnTo>
                <a:lnTo>
                  <a:pt x="2037118" y="188119"/>
                </a:lnTo>
                <a:lnTo>
                  <a:pt x="2025633" y="186928"/>
                </a:lnTo>
                <a:lnTo>
                  <a:pt x="2013752" y="186531"/>
                </a:lnTo>
                <a:close/>
                <a:moveTo>
                  <a:pt x="2066028" y="0"/>
                </a:moveTo>
                <a:lnTo>
                  <a:pt x="2156324" y="23812"/>
                </a:lnTo>
                <a:lnTo>
                  <a:pt x="2146027" y="100013"/>
                </a:lnTo>
                <a:lnTo>
                  <a:pt x="2140916" y="118533"/>
                </a:lnTo>
                <a:lnTo>
                  <a:pt x="2134542" y="115094"/>
                </a:lnTo>
                <a:lnTo>
                  <a:pt x="2132671" y="114357"/>
                </a:lnTo>
                <a:lnTo>
                  <a:pt x="2132562" y="114300"/>
                </a:lnTo>
                <a:lnTo>
                  <a:pt x="2123453" y="110728"/>
                </a:lnTo>
                <a:lnTo>
                  <a:pt x="2132671" y="114357"/>
                </a:lnTo>
                <a:lnTo>
                  <a:pt x="2140879" y="118666"/>
                </a:lnTo>
                <a:lnTo>
                  <a:pt x="2140916" y="118533"/>
                </a:lnTo>
                <a:lnTo>
                  <a:pt x="2144839" y="120650"/>
                </a:lnTo>
                <a:lnTo>
                  <a:pt x="2153552" y="125413"/>
                </a:lnTo>
                <a:lnTo>
                  <a:pt x="2167413" y="133747"/>
                </a:lnTo>
                <a:lnTo>
                  <a:pt x="2174145" y="138113"/>
                </a:lnTo>
                <a:lnTo>
                  <a:pt x="2180878" y="142875"/>
                </a:lnTo>
                <a:lnTo>
                  <a:pt x="2181274" y="143272"/>
                </a:lnTo>
                <a:lnTo>
                  <a:pt x="2187610" y="148034"/>
                </a:lnTo>
                <a:lnTo>
                  <a:pt x="2193947" y="153194"/>
                </a:lnTo>
                <a:lnTo>
                  <a:pt x="2205432" y="163909"/>
                </a:lnTo>
                <a:lnTo>
                  <a:pt x="2212560" y="170656"/>
                </a:lnTo>
                <a:lnTo>
                  <a:pt x="2221273" y="180181"/>
                </a:lnTo>
                <a:lnTo>
                  <a:pt x="2226433" y="186128"/>
                </a:lnTo>
                <a:lnTo>
                  <a:pt x="2226422" y="186134"/>
                </a:lnTo>
                <a:lnTo>
                  <a:pt x="2229194" y="189309"/>
                </a:lnTo>
                <a:lnTo>
                  <a:pt x="2226433" y="186128"/>
                </a:lnTo>
                <a:lnTo>
                  <a:pt x="2244639" y="175419"/>
                </a:lnTo>
                <a:lnTo>
                  <a:pt x="2315925" y="143669"/>
                </a:lnTo>
                <a:lnTo>
                  <a:pt x="2363053" y="224234"/>
                </a:lnTo>
                <a:lnTo>
                  <a:pt x="2302064" y="270669"/>
                </a:lnTo>
                <a:lnTo>
                  <a:pt x="2280282" y="283369"/>
                </a:lnTo>
                <a:lnTo>
                  <a:pt x="2284242" y="296466"/>
                </a:lnTo>
                <a:lnTo>
                  <a:pt x="2287015" y="309166"/>
                </a:lnTo>
                <a:lnTo>
                  <a:pt x="2289787" y="322263"/>
                </a:lnTo>
                <a:lnTo>
                  <a:pt x="2291371" y="335359"/>
                </a:lnTo>
                <a:lnTo>
                  <a:pt x="2292559" y="348456"/>
                </a:lnTo>
                <a:lnTo>
                  <a:pt x="2293351" y="361553"/>
                </a:lnTo>
                <a:lnTo>
                  <a:pt x="2293351" y="374650"/>
                </a:lnTo>
                <a:lnTo>
                  <a:pt x="2292559" y="387350"/>
                </a:lnTo>
                <a:lnTo>
                  <a:pt x="2318301" y="394097"/>
                </a:lnTo>
                <a:lnTo>
                  <a:pt x="2390775" y="422275"/>
                </a:lnTo>
                <a:lnTo>
                  <a:pt x="2367409" y="512763"/>
                </a:lnTo>
                <a:lnTo>
                  <a:pt x="2291371" y="502047"/>
                </a:lnTo>
                <a:lnTo>
                  <a:pt x="2262857" y="494506"/>
                </a:lnTo>
                <a:lnTo>
                  <a:pt x="2256916" y="506016"/>
                </a:lnTo>
                <a:lnTo>
                  <a:pt x="2250183" y="517128"/>
                </a:lnTo>
                <a:lnTo>
                  <a:pt x="2243451" y="527447"/>
                </a:lnTo>
                <a:lnTo>
                  <a:pt x="2235926" y="537766"/>
                </a:lnTo>
                <a:lnTo>
                  <a:pt x="2228006" y="547688"/>
                </a:lnTo>
                <a:lnTo>
                  <a:pt x="2219293" y="557610"/>
                </a:lnTo>
                <a:lnTo>
                  <a:pt x="2210580" y="566738"/>
                </a:lnTo>
                <a:lnTo>
                  <a:pt x="2201075" y="575469"/>
                </a:lnTo>
                <a:lnTo>
                  <a:pt x="2216125" y="601266"/>
                </a:lnTo>
                <a:lnTo>
                  <a:pt x="2247807" y="671910"/>
                </a:lnTo>
                <a:lnTo>
                  <a:pt x="2167413" y="719932"/>
                </a:lnTo>
                <a:lnTo>
                  <a:pt x="2121077" y="658416"/>
                </a:lnTo>
                <a:lnTo>
                  <a:pt x="2105632" y="632222"/>
                </a:lnTo>
                <a:lnTo>
                  <a:pt x="2110780" y="629841"/>
                </a:lnTo>
                <a:lnTo>
                  <a:pt x="2115929" y="627857"/>
                </a:lnTo>
                <a:lnTo>
                  <a:pt x="2104048" y="632222"/>
                </a:lnTo>
                <a:lnTo>
                  <a:pt x="2092563" y="635794"/>
                </a:lnTo>
                <a:lnTo>
                  <a:pt x="2083058" y="638969"/>
                </a:lnTo>
                <a:lnTo>
                  <a:pt x="2067217" y="642541"/>
                </a:lnTo>
                <a:lnTo>
                  <a:pt x="2059296" y="643732"/>
                </a:lnTo>
                <a:lnTo>
                  <a:pt x="2050583" y="644922"/>
                </a:lnTo>
                <a:lnTo>
                  <a:pt x="2048999" y="644922"/>
                </a:lnTo>
                <a:lnTo>
                  <a:pt x="2033554" y="646907"/>
                </a:lnTo>
                <a:lnTo>
                  <a:pt x="2018505" y="647303"/>
                </a:lnTo>
                <a:lnTo>
                  <a:pt x="2014544" y="647700"/>
                </a:lnTo>
                <a:lnTo>
                  <a:pt x="2008208" y="647303"/>
                </a:lnTo>
                <a:lnTo>
                  <a:pt x="2002617" y="647117"/>
                </a:lnTo>
                <a:lnTo>
                  <a:pt x="1994743" y="646510"/>
                </a:lnTo>
                <a:lnTo>
                  <a:pt x="1984842" y="645716"/>
                </a:lnTo>
                <a:lnTo>
                  <a:pt x="1996327" y="646907"/>
                </a:lnTo>
                <a:lnTo>
                  <a:pt x="2002617" y="647117"/>
                </a:lnTo>
                <a:lnTo>
                  <a:pt x="2005039" y="647303"/>
                </a:lnTo>
                <a:lnTo>
                  <a:pt x="1994347" y="687785"/>
                </a:lnTo>
                <a:lnTo>
                  <a:pt x="1970189" y="747713"/>
                </a:lnTo>
                <a:lnTo>
                  <a:pt x="1879497" y="724297"/>
                </a:lnTo>
                <a:lnTo>
                  <a:pt x="1886230" y="662385"/>
                </a:lnTo>
                <a:lnTo>
                  <a:pt x="1896923" y="621507"/>
                </a:lnTo>
                <a:lnTo>
                  <a:pt x="1904447" y="625078"/>
                </a:lnTo>
                <a:lnTo>
                  <a:pt x="1893754" y="619919"/>
                </a:lnTo>
                <a:lnTo>
                  <a:pt x="1883061" y="614363"/>
                </a:lnTo>
                <a:lnTo>
                  <a:pt x="1874745" y="609997"/>
                </a:lnTo>
                <a:lnTo>
                  <a:pt x="1860884" y="601663"/>
                </a:lnTo>
                <a:lnTo>
                  <a:pt x="1854151" y="596900"/>
                </a:lnTo>
                <a:lnTo>
                  <a:pt x="1847419" y="592535"/>
                </a:lnTo>
                <a:lnTo>
                  <a:pt x="1846627" y="592138"/>
                </a:lnTo>
                <a:lnTo>
                  <a:pt x="1840290" y="586978"/>
                </a:lnTo>
                <a:lnTo>
                  <a:pt x="1834350" y="581819"/>
                </a:lnTo>
                <a:lnTo>
                  <a:pt x="1822469" y="571103"/>
                </a:lnTo>
                <a:lnTo>
                  <a:pt x="1815736" y="564356"/>
                </a:lnTo>
                <a:lnTo>
                  <a:pt x="1809516" y="557841"/>
                </a:lnTo>
                <a:lnTo>
                  <a:pt x="1805439" y="553244"/>
                </a:lnTo>
                <a:lnTo>
                  <a:pt x="1799103" y="545703"/>
                </a:lnTo>
                <a:lnTo>
                  <a:pt x="1807023" y="555228"/>
                </a:lnTo>
                <a:lnTo>
                  <a:pt x="1809516" y="557841"/>
                </a:lnTo>
                <a:lnTo>
                  <a:pt x="1811776" y="560388"/>
                </a:lnTo>
                <a:lnTo>
                  <a:pt x="1779697" y="579438"/>
                </a:lnTo>
                <a:lnTo>
                  <a:pt x="1720292" y="604044"/>
                </a:lnTo>
                <a:lnTo>
                  <a:pt x="1673164" y="523875"/>
                </a:lnTo>
                <a:lnTo>
                  <a:pt x="1721480" y="484585"/>
                </a:lnTo>
                <a:lnTo>
                  <a:pt x="1752767" y="465931"/>
                </a:lnTo>
                <a:lnTo>
                  <a:pt x="1748410" y="452835"/>
                </a:lnTo>
                <a:lnTo>
                  <a:pt x="1744450" y="439341"/>
                </a:lnTo>
                <a:lnTo>
                  <a:pt x="1741282" y="425847"/>
                </a:lnTo>
                <a:lnTo>
                  <a:pt x="1738510" y="412353"/>
                </a:lnTo>
                <a:lnTo>
                  <a:pt x="1736530" y="398860"/>
                </a:lnTo>
                <a:lnTo>
                  <a:pt x="1735737" y="385366"/>
                </a:lnTo>
                <a:lnTo>
                  <a:pt x="1734945" y="371475"/>
                </a:lnTo>
                <a:lnTo>
                  <a:pt x="1735341" y="357981"/>
                </a:lnTo>
                <a:lnTo>
                  <a:pt x="1704451" y="350441"/>
                </a:lnTo>
                <a:lnTo>
                  <a:pt x="1644650" y="325438"/>
                </a:lnTo>
                <a:lnTo>
                  <a:pt x="1668412" y="235347"/>
                </a:lnTo>
                <a:lnTo>
                  <a:pt x="1730193" y="242094"/>
                </a:lnTo>
                <a:lnTo>
                  <a:pt x="1760687" y="250031"/>
                </a:lnTo>
                <a:lnTo>
                  <a:pt x="1766628" y="237331"/>
                </a:lnTo>
                <a:lnTo>
                  <a:pt x="1773361" y="225028"/>
                </a:lnTo>
                <a:lnTo>
                  <a:pt x="1781281" y="213519"/>
                </a:lnTo>
                <a:lnTo>
                  <a:pt x="1789202" y="201613"/>
                </a:lnTo>
                <a:lnTo>
                  <a:pt x="1797915" y="190500"/>
                </a:lnTo>
                <a:lnTo>
                  <a:pt x="1807023" y="179784"/>
                </a:lnTo>
                <a:lnTo>
                  <a:pt x="1816924" y="169069"/>
                </a:lnTo>
                <a:lnTo>
                  <a:pt x="1827221" y="159544"/>
                </a:lnTo>
                <a:lnTo>
                  <a:pt x="1812964" y="135334"/>
                </a:lnTo>
                <a:lnTo>
                  <a:pt x="1788410" y="75406"/>
                </a:lnTo>
                <a:lnTo>
                  <a:pt x="1868804" y="27781"/>
                </a:lnTo>
                <a:lnTo>
                  <a:pt x="1907219" y="76994"/>
                </a:lnTo>
                <a:lnTo>
                  <a:pt x="1923061" y="102791"/>
                </a:lnTo>
                <a:lnTo>
                  <a:pt x="1917516" y="105172"/>
                </a:lnTo>
                <a:lnTo>
                  <a:pt x="1912368" y="107156"/>
                </a:lnTo>
                <a:lnTo>
                  <a:pt x="1924249" y="102791"/>
                </a:lnTo>
                <a:lnTo>
                  <a:pt x="1935734" y="99219"/>
                </a:lnTo>
                <a:lnTo>
                  <a:pt x="1945239" y="96044"/>
                </a:lnTo>
                <a:lnTo>
                  <a:pt x="1961080" y="92869"/>
                </a:lnTo>
                <a:lnTo>
                  <a:pt x="1969001" y="91281"/>
                </a:lnTo>
                <a:lnTo>
                  <a:pt x="1977317" y="89694"/>
                </a:lnTo>
                <a:lnTo>
                  <a:pt x="1979297" y="89694"/>
                </a:lnTo>
                <a:lnTo>
                  <a:pt x="1994347" y="88106"/>
                </a:lnTo>
                <a:lnTo>
                  <a:pt x="2009792" y="87709"/>
                </a:lnTo>
                <a:lnTo>
                  <a:pt x="2013752" y="87709"/>
                </a:lnTo>
                <a:lnTo>
                  <a:pt x="2019693" y="87709"/>
                </a:lnTo>
                <a:lnTo>
                  <a:pt x="2031970" y="88503"/>
                </a:lnTo>
                <a:lnTo>
                  <a:pt x="2043455" y="89297"/>
                </a:lnTo>
                <a:lnTo>
                  <a:pt x="2034346" y="88503"/>
                </a:lnTo>
                <a:lnTo>
                  <a:pt x="2038306" y="72628"/>
                </a:lnTo>
                <a:lnTo>
                  <a:pt x="206602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chemeClr val="accent1"/>
              </a:solidFill>
              <a:latin typeface="Roboto Slab" pitchFamily="2" charset="0"/>
              <a:ea typeface="黑体" panose="02010609060101010101" charset="-122"/>
              <a:cs typeface="+mn-ea"/>
              <a:sym typeface="Roboto Slab" pitchFamily="2" charset="0"/>
            </a:endParaRPr>
          </a:p>
        </p:txBody>
      </p:sp>
      <p:sp>
        <p:nvSpPr>
          <p:cNvPr id="34830" name="文本框 45"/>
          <p:cNvSpPr txBox="1">
            <a:spLocks noChangeArrowheads="1"/>
          </p:cNvSpPr>
          <p:nvPr/>
        </p:nvSpPr>
        <p:spPr bwMode="auto">
          <a:xfrm>
            <a:off x="2015327" y="1245938"/>
            <a:ext cx="20313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3E3A39"/>
                </a:solidFill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本周工作完成情况</a:t>
            </a:r>
          </a:p>
        </p:txBody>
      </p:sp>
      <p:sp>
        <p:nvSpPr>
          <p:cNvPr id="34831" name="文本框 46"/>
          <p:cNvSpPr txBox="1">
            <a:spLocks noChangeArrowheads="1"/>
          </p:cNvSpPr>
          <p:nvPr/>
        </p:nvSpPr>
        <p:spPr bwMode="auto">
          <a:xfrm>
            <a:off x="8512051" y="1247063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3E3A39"/>
                </a:solidFill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下周工作内容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2C5B-8AB1-4DA3-99BC-3D3B894F118F}" type="slidenum">
              <a:rPr lang="zh-CN" altLang="en-US" smtClean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3</a:t>
            </a:fld>
            <a:endParaRPr lang="zh-CN" altLang="en-US" dirty="0">
              <a:latin typeface="Roboto Slab" pitchFamily="2" charset="0"/>
              <a:ea typeface="黑体" panose="02010609060101010101" charset="-122"/>
              <a:sym typeface="Roboto Slab" pitchFamily="2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6104960" y="1056616"/>
            <a:ext cx="0" cy="537351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0" y="6430133"/>
            <a:ext cx="12177395" cy="19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-17895" y="1042119"/>
            <a:ext cx="12197080" cy="1524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273800" y="1616075"/>
            <a:ext cx="5611495" cy="45904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>
              <a:lnSpc>
                <a:spcPts val="16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AGV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endParaRPr lang="en-US" altLang="zh-CN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 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现场已开线设备AGV运行，异常处理</a:t>
            </a:r>
            <a:endParaRPr lang="en-US" altLang="zh-CN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智能物流人员培训</a:t>
            </a: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3.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点检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AGV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，物料车，接驳台</a:t>
            </a:r>
            <a:endParaRPr lang="en-US" altLang="zh-CN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endParaRPr lang="en-US" altLang="zh-CN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endParaRPr lang="en-US" altLang="zh-CN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endParaRPr lang="en-US" altLang="zh-CN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endParaRPr lang="en-US" altLang="zh-CN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endParaRPr lang="en-US" altLang="zh-CN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endParaRPr lang="en-US" altLang="zh-CN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流水线</a:t>
            </a:r>
            <a:endParaRPr lang="zh-CN" altLang="en-US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endParaRPr lang="zh-CN" altLang="en-US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现场运维异常处理</a:t>
            </a:r>
            <a:endParaRPr lang="zh-CN" altLang="en-US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配合生产，出现问题及时修改</a:t>
            </a: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日常点检</a:t>
            </a: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endParaRPr lang="zh-CN" altLang="en-US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标题 3"/>
          <p:cNvSpPr txBox="1"/>
          <p:nvPr/>
        </p:nvSpPr>
        <p:spPr>
          <a:xfrm>
            <a:off x="576942" y="568325"/>
            <a:ext cx="5186083" cy="3905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sym typeface="Roboto Slab" pitchFamily="2" charset="0"/>
              </a:rPr>
              <a:t>二、本周工作总结及下周工作计划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64795" y="1615440"/>
            <a:ext cx="5810885" cy="4790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>
              <a:lnSpc>
                <a:spcPts val="16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AGV:</a:t>
            </a:r>
          </a:p>
          <a:p>
            <a:pPr marL="0" indent="0">
              <a:lnSpc>
                <a:spcPts val="1600"/>
              </a:lnSpc>
              <a:buFont typeface="Wingdings" panose="05000000000000000000" pitchFamily="2" charset="2"/>
              <a:buNone/>
            </a:pPr>
            <a:endParaRPr lang="en-US" altLang="zh-CN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 现场已开线设备AGV运行，异常处理</a:t>
            </a:r>
            <a:endParaRPr lang="en-US" altLang="zh-CN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点检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60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台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AGV</a:t>
            </a:r>
            <a:endParaRPr lang="en-US" altLang="zh-CN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3.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点检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144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辆物料车</a:t>
            </a:r>
            <a:endParaRPr lang="zh-CN" altLang="en-US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ts val="1600"/>
              </a:lnSpc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4.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智能物流人员培训</a:t>
            </a:r>
            <a:endParaRPr lang="zh-CN" altLang="en-US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更换对接灯的</a:t>
            </a:r>
            <a:r>
              <a:rPr lang="en-US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PCB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板</a:t>
            </a: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endParaRPr lang="zh-CN" altLang="en-US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流水线</a:t>
            </a: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endParaRPr lang="zh-CN" altLang="en-US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 现场运维异常处理</a:t>
            </a:r>
            <a:endParaRPr lang="zh-CN" altLang="en-US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在线检测点检</a:t>
            </a:r>
            <a:b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</a:b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3.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输送机电机皮带的调整与优化</a:t>
            </a: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4. 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智能物流人员培训</a:t>
            </a:r>
          </a:p>
          <a:p>
            <a:pPr marL="0" algn="l">
              <a:lnSpc>
                <a:spcPts val="1600"/>
              </a:lnSpc>
              <a:buClrTx/>
              <a:buSzTx/>
              <a:buFont typeface="Wingdings" panose="05000000000000000000" pitchFamily="2" charset="2"/>
              <a:buNone/>
            </a:pPr>
            <a:endParaRPr lang="zh-CN" altLang="en-US"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2C5B-8AB1-4DA3-99BC-3D3B894F118F}" type="slidenum">
              <a:rPr lang="zh-CN" altLang="en-US" smtClean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4</a:t>
            </a:fld>
            <a:endParaRPr lang="zh-CN" altLang="en-US" dirty="0">
              <a:latin typeface="Roboto Slab" pitchFamily="2" charset="0"/>
              <a:ea typeface="黑体" panose="02010609060101010101" charset="-122"/>
              <a:sym typeface="Roboto Slab" pitchFamily="2" charset="0"/>
            </a:endParaRPr>
          </a:p>
        </p:txBody>
      </p:sp>
      <p:sp>
        <p:nvSpPr>
          <p:cNvPr id="22" name="标题 3"/>
          <p:cNvSpPr txBox="1"/>
          <p:nvPr/>
        </p:nvSpPr>
        <p:spPr>
          <a:xfrm>
            <a:off x="576943" y="568325"/>
            <a:ext cx="6576332" cy="3905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</a:pPr>
            <a:r>
              <a:rPr lang="zh-CN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三、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sym typeface="Roboto Slab" pitchFamily="2" charset="0"/>
              </a:rPr>
              <a:t>AGV</a:t>
            </a:r>
            <a:r>
              <a:rPr lang="zh-CN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任务量，开动率和</a:t>
            </a:r>
            <a:r>
              <a:rPr lang="en-US" altLang="zh-CN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故障率</a:t>
            </a:r>
            <a:endParaRPr lang="zh-CN" altLang="en-US" sz="2400" b="1" dirty="0">
              <a:latin typeface="Roboto Slab" pitchFamily="2" charset="0"/>
              <a:ea typeface="黑体" panose="02010609060101010101" charset="-122"/>
              <a:sym typeface="Roboto Slab" pitchFamily="2" charset="0"/>
            </a:endParaRPr>
          </a:p>
        </p:txBody>
      </p:sp>
      <p:graphicFrame>
        <p:nvGraphicFramePr>
          <p:cNvPr id="3" name="图表 2"/>
          <p:cNvGraphicFramePr/>
          <p:nvPr/>
        </p:nvGraphicFramePr>
        <p:xfrm>
          <a:off x="468001" y="1204593"/>
          <a:ext cx="11256000" cy="15892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图表 6"/>
          <p:cNvGraphicFramePr/>
          <p:nvPr/>
        </p:nvGraphicFramePr>
        <p:xfrm>
          <a:off x="466095" y="2801443"/>
          <a:ext cx="11255999" cy="159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图表 8"/>
          <p:cNvGraphicFramePr/>
          <p:nvPr/>
        </p:nvGraphicFramePr>
        <p:xfrm>
          <a:off x="466095" y="4400263"/>
          <a:ext cx="11255999" cy="15892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2C5B-8AB1-4DA3-99BC-3D3B894F118F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3" name="标题 3"/>
          <p:cNvSpPr txBox="1"/>
          <p:nvPr/>
        </p:nvSpPr>
        <p:spPr>
          <a:xfrm>
            <a:off x="576943" y="568325"/>
            <a:ext cx="6576332" cy="3905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</a:pPr>
            <a:r>
              <a:rPr lang="zh-CN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四、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服务器CPU/内存占用</a:t>
            </a:r>
            <a:endParaRPr lang="zh-CN" altLang="en-US" sz="2400" b="1" dirty="0">
              <a:latin typeface="Roboto Slab" pitchFamily="2" charset="0"/>
              <a:ea typeface="黑体" panose="02010609060101010101" charset="-122"/>
              <a:sym typeface="Roboto Slab" pitchFamily="2" charset="0"/>
            </a:endParaRPr>
          </a:p>
        </p:txBody>
      </p:sp>
      <p:graphicFrame>
        <p:nvGraphicFramePr>
          <p:cNvPr id="4" name="图表 2"/>
          <p:cNvGraphicFramePr/>
          <p:nvPr/>
        </p:nvGraphicFramePr>
        <p:xfrm>
          <a:off x="162978" y="1155516"/>
          <a:ext cx="11887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图表 2"/>
          <p:cNvGraphicFramePr/>
          <p:nvPr/>
        </p:nvGraphicFramePr>
        <p:xfrm>
          <a:off x="162978" y="3638622"/>
          <a:ext cx="11887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2C5B-8AB1-4DA3-99BC-3D3B894F118F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3" name="标题 3"/>
          <p:cNvSpPr txBox="1"/>
          <p:nvPr/>
        </p:nvSpPr>
        <p:spPr>
          <a:xfrm>
            <a:off x="576943" y="568325"/>
            <a:ext cx="6576332" cy="3905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</a:pPr>
            <a:r>
              <a:rPr lang="zh-CN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四、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服务器CPU/内存占用</a:t>
            </a:r>
            <a:endParaRPr lang="zh-CN" altLang="en-US" sz="2400" b="1" dirty="0">
              <a:latin typeface="Roboto Slab" pitchFamily="2" charset="0"/>
              <a:ea typeface="黑体" panose="02010609060101010101" charset="-122"/>
              <a:sym typeface="Roboto Slab" pitchFamily="2" charset="0"/>
            </a:endParaRPr>
          </a:p>
        </p:txBody>
      </p:sp>
      <p:graphicFrame>
        <p:nvGraphicFramePr>
          <p:cNvPr id="6" name="图表 2"/>
          <p:cNvGraphicFramePr/>
          <p:nvPr/>
        </p:nvGraphicFramePr>
        <p:xfrm>
          <a:off x="152528" y="1161819"/>
          <a:ext cx="11887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图表 2"/>
          <p:cNvGraphicFramePr/>
          <p:nvPr/>
        </p:nvGraphicFramePr>
        <p:xfrm>
          <a:off x="152528" y="3650788"/>
          <a:ext cx="11887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576943" y="568325"/>
            <a:ext cx="6576332" cy="3905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</a:pPr>
            <a:r>
              <a:rPr lang="zh-CN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四、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服务器CPU/内存占用</a:t>
            </a:r>
            <a:endParaRPr lang="zh-CN" altLang="en-US" sz="2400" b="1" dirty="0">
              <a:latin typeface="Roboto Slab" pitchFamily="2" charset="0"/>
              <a:ea typeface="黑体" panose="02010609060101010101" charset="-122"/>
              <a:sym typeface="Roboto Slab" pitchFamily="2" charset="0"/>
            </a:endParaRPr>
          </a:p>
        </p:txBody>
      </p:sp>
      <p:graphicFrame>
        <p:nvGraphicFramePr>
          <p:cNvPr id="5" name="图表 2"/>
          <p:cNvGraphicFramePr/>
          <p:nvPr/>
        </p:nvGraphicFramePr>
        <p:xfrm>
          <a:off x="283210" y="1068070"/>
          <a:ext cx="11697335" cy="2493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576943" y="568325"/>
            <a:ext cx="6576332" cy="3905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</a:pPr>
            <a:r>
              <a:rPr lang="zh-CN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五、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AGV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和流水线点检内容</a:t>
            </a:r>
            <a:b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</a:br>
            <a:r>
              <a:rPr lang="en-US" altLang="en-US" sz="18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Konten Pemeriksaan AGV dan Line Produksi</a:t>
            </a:r>
          </a:p>
        </p:txBody>
      </p:sp>
      <p:graphicFrame>
        <p:nvGraphicFramePr>
          <p:cNvPr id="4" name="图表 6"/>
          <p:cNvGraphicFramePr/>
          <p:nvPr/>
        </p:nvGraphicFramePr>
        <p:xfrm>
          <a:off x="444228" y="1301710"/>
          <a:ext cx="11260800" cy="1998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4307205" y="3502025"/>
            <a:ext cx="40074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/>
              <a:t>流水线点检完成率</a:t>
            </a:r>
            <a:br>
              <a:rPr lang="zh-CN" altLang="en-US" sz="1600" b="1"/>
            </a:br>
            <a:r>
              <a:rPr lang="en-US" altLang="en-US" sz="1400" b="1"/>
              <a:t>Persentase Penyelesaian Pemeriksaan Line Produksi</a:t>
            </a: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443865" y="4055110"/>
          <a:ext cx="11261725" cy="2103120"/>
        </p:xfrm>
        <a:graphic>
          <a:graphicData uri="http://schemas.openxmlformats.org/drawingml/2006/table">
            <a:tbl>
              <a:tblPr/>
              <a:tblGrid>
                <a:gridCol w="4134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5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点检位置名称</a:t>
                      </a:r>
                      <a:br>
                        <a:rPr lang="zh-CN" altLang="en-US"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</a:br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Inspection Location Name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点检数量</a:t>
                      </a:r>
                      <a:br>
                        <a:rPr lang="zh-CN" altLang="en-US"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</a:br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Inspection Quantity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完成点检数量</a:t>
                      </a:r>
                      <a:br>
                        <a:rPr lang="zh-CN" altLang="en-US"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</a:br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Completed Inspection Quantity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完成率</a:t>
                      </a:r>
                      <a:br>
                        <a:rPr lang="zh-CN" altLang="en-US"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</a:br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Completion Rate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在线检测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(Lines)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收包工位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(Packaging Station)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立体库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(Three-Dimensional Warehouse)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发料缓存升降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(Material Delivery Buffer Lifting)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1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lang="en-US" altLang="zh-CN" sz="11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桁架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(Truss)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0%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2C5B-8AB1-4DA3-99BC-3D3B894F118F}" type="slidenum">
              <a:rPr lang="zh-CN" altLang="en-US" smtClean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9</a:t>
            </a:fld>
            <a:endParaRPr lang="zh-CN" altLang="en-US" dirty="0">
              <a:latin typeface="Roboto Slab" pitchFamily="2" charset="0"/>
              <a:ea typeface="黑体" panose="02010609060101010101" charset="-122"/>
              <a:sym typeface="Roboto Slab" pitchFamily="2" charset="0"/>
            </a:endParaRPr>
          </a:p>
        </p:txBody>
      </p:sp>
      <p:sp>
        <p:nvSpPr>
          <p:cNvPr id="22" name="标题 3"/>
          <p:cNvSpPr txBox="1"/>
          <p:nvPr/>
        </p:nvSpPr>
        <p:spPr>
          <a:xfrm>
            <a:off x="576943" y="568325"/>
            <a:ext cx="6576332" cy="3905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</a:pPr>
            <a:r>
              <a:rPr lang="zh-CN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六、</a:t>
            </a:r>
            <a:r>
              <a:rPr lang="en-US" altLang="zh-CN" sz="2400" b="1" dirty="0">
                <a:latin typeface="Calibri" panose="020F0502020204030204" pitchFamily="34" charset="0"/>
                <a:ea typeface="黑体" panose="02010609060101010101" charset="-122"/>
                <a:cs typeface="Calibri" panose="020F0502020204030204" pitchFamily="34" charset="0"/>
                <a:sym typeface="Roboto Slab" pitchFamily="2" charset="0"/>
              </a:rPr>
              <a:t>AGV</a:t>
            </a:r>
            <a:r>
              <a:rPr lang="zh-CN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告警统计</a:t>
            </a:r>
            <a:r>
              <a:rPr lang="en-US" altLang="zh-CN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 </a:t>
            </a:r>
            <a:r>
              <a:rPr lang="en-US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Statistik Alarm AGV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1530" y="1071245"/>
            <a:ext cx="50406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latin typeface="黑体" panose="02010609060101010101" charset="-122"/>
                <a:ea typeface="黑体" panose="02010609060101010101" charset="-122"/>
              </a:rPr>
              <a:t>AGV周</a:t>
            </a:r>
            <a:r>
              <a:rPr lang="zh-CN" altLang="en-US" sz="1600" b="1" dirty="0" err="1"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lang="en-US" sz="1600" b="1" dirty="0" err="1">
                <a:latin typeface="黑体" panose="02010609060101010101" charset="-122"/>
                <a:ea typeface="黑体" panose="02010609060101010101" charset="-122"/>
              </a:rPr>
              <a:t>告警统计图 </a:t>
            </a:r>
            <a:br>
              <a:rPr lang="en-US" sz="1600" b="1" dirty="0" err="1">
                <a:latin typeface="黑体" panose="02010609060101010101" charset="-122"/>
                <a:ea typeface="黑体" panose="02010609060101010101" charset="-122"/>
              </a:rPr>
            </a:br>
            <a:r>
              <a:rPr lang="en-US" altLang="en-US" sz="1600" b="1" dirty="0">
                <a:latin typeface="黑体" panose="02010609060101010101" charset="-122"/>
                <a:ea typeface="黑体" panose="02010609060101010101" charset="-122"/>
              </a:rPr>
              <a:t>Grafik Statistik Mingguan Alarm AGV</a:t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6708140" y="1637665"/>
          <a:ext cx="4904105" cy="2921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811530" y="1616075"/>
          <a:ext cx="5040630" cy="2918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文本框 2"/>
          <p:cNvSpPr txBox="1"/>
          <p:nvPr/>
        </p:nvSpPr>
        <p:spPr>
          <a:xfrm>
            <a:off x="887730" y="4820285"/>
            <a:ext cx="109550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注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:</a:t>
            </a:r>
            <a:r>
              <a:rPr lang="en-US" altLang="zh-CN" dirty="0"/>
              <a:t> </a:t>
            </a:r>
            <a:endParaRPr lang="en-US" altLang="zh-CN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Note :</a:t>
            </a:r>
            <a:endParaRPr lang="en-US" altLang="en-US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 txBox="1"/>
          <p:nvPr/>
        </p:nvSpPr>
        <p:spPr>
          <a:xfrm>
            <a:off x="576943" y="568325"/>
            <a:ext cx="6576332" cy="3905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</a:pPr>
            <a:r>
              <a:rPr lang="zh-CN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七、接驳台告警统计</a:t>
            </a:r>
            <a:br>
              <a:rPr lang="zh-CN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</a:br>
            <a:r>
              <a:rPr lang="en-US" altLang="en-US" sz="18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Statistik Alarm Meja Transfer / Docking Station</a:t>
            </a:r>
          </a:p>
        </p:txBody>
      </p:sp>
      <p:sp>
        <p:nvSpPr>
          <p:cNvPr id="5" name="Text Box 2"/>
          <p:cNvSpPr txBox="1"/>
          <p:nvPr/>
        </p:nvSpPr>
        <p:spPr>
          <a:xfrm>
            <a:off x="887730" y="1279525"/>
            <a:ext cx="54648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黑体" panose="02010609060101010101" charset="-122"/>
                <a:ea typeface="黑体" panose="02010609060101010101" charset="-122"/>
              </a:rPr>
              <a:t>接驳台</a:t>
            </a:r>
            <a:r>
              <a:rPr lang="en-US" sz="1600" b="1" dirty="0" err="1">
                <a:latin typeface="黑体" panose="02010609060101010101" charset="-122"/>
                <a:ea typeface="黑体" panose="02010609060101010101" charset="-122"/>
              </a:rPr>
              <a:t>周告/警统计图</a:t>
            </a:r>
            <a:br>
              <a:rPr lang="en-US" sz="1600" b="1" dirty="0" err="1">
                <a:latin typeface="黑体" panose="02010609060101010101" charset="-122"/>
                <a:ea typeface="黑体" panose="02010609060101010101" charset="-122"/>
              </a:rPr>
            </a:br>
            <a:r>
              <a:rPr lang="en-US" altLang="en-US" sz="1600" b="1" dirty="0">
                <a:latin typeface="黑体" panose="02010609060101010101" charset="-122"/>
                <a:ea typeface="黑体" panose="02010609060101010101" charset="-122"/>
              </a:rPr>
              <a:t>Grafik Statistik Mingguan Alarm Docking Station</a:t>
            </a:r>
          </a:p>
        </p:txBody>
      </p:sp>
      <p:graphicFrame>
        <p:nvGraphicFramePr>
          <p:cNvPr id="6" name="图表 5"/>
          <p:cNvGraphicFramePr/>
          <p:nvPr/>
        </p:nvGraphicFramePr>
        <p:xfrm>
          <a:off x="6592570" y="1863090"/>
          <a:ext cx="4862195" cy="2918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/>
          <p:cNvGraphicFramePr/>
          <p:nvPr/>
        </p:nvGraphicFramePr>
        <p:xfrm>
          <a:off x="887730" y="1863090"/>
          <a:ext cx="5040630" cy="2918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87730" y="4999990"/>
            <a:ext cx="109550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注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: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物料运输车辆在停止点位置出现异常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        </a:t>
            </a:r>
            <a:br>
              <a:rPr lang="zh-CN" altLang="en-US" dirty="0">
                <a:latin typeface="黑体" panose="02010609060101010101" charset="-122"/>
                <a:ea typeface="黑体" panose="02010609060101010101" charset="-122"/>
                <a:sym typeface="+mn-ea"/>
              </a:rPr>
            </a:br>
            <a:r>
              <a:rPr lang="en-US" altLang="zh-CN" dirty="0">
                <a:latin typeface="黑体" panose="02010609060101010101" charset="-122"/>
                <a:ea typeface="黑体" panose="02010609060101010101" charset="-122"/>
                <a:sym typeface="+mn-ea"/>
              </a:rPr>
              <a:t>Note :</a:t>
            </a:r>
            <a:r>
              <a:rPr lang="en-US" altLang="en-US" dirty="0">
                <a:latin typeface="黑体" panose="02010609060101010101" charset="-122"/>
                <a:ea typeface="黑体" panose="02010609060101010101" charset="-122"/>
                <a:sym typeface="+mn-ea"/>
              </a:rPr>
              <a:t>Kendaraan material mengalami abnormal pada posisi titik berhenti</a:t>
            </a:r>
          </a:p>
          <a:p>
            <a:r>
              <a:rPr lang="en-US" altLang="en-US" dirty="0">
                <a:latin typeface="黑体" panose="02010609060101010101" charset="-122"/>
                <a:ea typeface="黑体" panose="02010609060101010101" charset="-122"/>
                <a:sym typeface="+mn-ea"/>
              </a:rPr>
              <a:t>      </a:t>
            </a:r>
            <a:endParaRPr lang="zh-CN" altLang="zh-CN" dirty="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r>
              <a:rPr lang="zh-CN" altLang="zh-CN" dirty="0"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en-US" altLang="zh-CN" dirty="0">
                <a:latin typeface="黑体" panose="02010609060101010101" charset="-122"/>
                <a:ea typeface="黑体" panose="02010609060101010101" charset="-122"/>
                <a:sym typeface="+mn-ea"/>
              </a:rPr>
              <a:t>   </a:t>
            </a:r>
            <a:endParaRPr lang="zh-CN" altLang="en-US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3"/>
          <p:cNvSpPr txBox="1"/>
          <p:nvPr/>
        </p:nvSpPr>
        <p:spPr>
          <a:xfrm>
            <a:off x="576943" y="568325"/>
            <a:ext cx="6576332" cy="3905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</a:pPr>
            <a:r>
              <a:rPr lang="en-US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MQ</a:t>
            </a:r>
            <a:r>
              <a:rPr lang="zh-CN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状态监控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7024370" y="5629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7425"/>
            <a:ext cx="11231245" cy="3143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08145"/>
            <a:ext cx="11088370" cy="26339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2C5B-8AB1-4DA3-99BC-3D3B894F118F}" type="slidenum">
              <a:rPr lang="zh-CN" altLang="en-US" smtClean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12</a:t>
            </a:fld>
            <a:endParaRPr lang="zh-CN" altLang="en-US" dirty="0">
              <a:latin typeface="Roboto Slab" pitchFamily="2" charset="0"/>
              <a:ea typeface="黑体" panose="02010609060101010101" charset="-122"/>
              <a:sym typeface="Roboto Slab" pitchFamily="2" charset="0"/>
            </a:endParaRPr>
          </a:p>
        </p:txBody>
      </p:sp>
      <p:sp>
        <p:nvSpPr>
          <p:cNvPr id="22" name="标题 3"/>
          <p:cNvSpPr txBox="1"/>
          <p:nvPr/>
        </p:nvSpPr>
        <p:spPr>
          <a:xfrm>
            <a:off x="576943" y="568325"/>
            <a:ext cx="6576332" cy="3905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</a:pPr>
            <a:r>
              <a:rPr lang="zh-CN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九</a:t>
            </a:r>
            <a:r>
              <a:rPr lang="en-US" altLang="zh-CN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·</a:t>
            </a:r>
            <a:r>
              <a:rPr lang="zh-CN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、备件耗用统计</a:t>
            </a:r>
            <a:br>
              <a:rPr lang="zh-CN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</a:br>
            <a:r>
              <a:rPr lang="en-US" altLang="en-US" sz="18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Statistik Pemakaian Spare Part / Suku Cadang</a:t>
            </a:r>
          </a:p>
        </p:txBody>
      </p:sp>
      <p:graphicFrame>
        <p:nvGraphicFramePr>
          <p:cNvPr id="8" name="图表 6"/>
          <p:cNvGraphicFramePr/>
          <p:nvPr/>
        </p:nvGraphicFramePr>
        <p:xfrm>
          <a:off x="577215" y="1209040"/>
          <a:ext cx="4565650" cy="2738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表格 3"/>
          <p:cNvGraphicFramePr/>
          <p:nvPr>
            <p:custDataLst>
              <p:tags r:id="rId2"/>
            </p:custDataLst>
          </p:nvPr>
        </p:nvGraphicFramePr>
        <p:xfrm>
          <a:off x="5603240" y="1210945"/>
          <a:ext cx="5845810" cy="1841500"/>
        </p:xfrm>
        <a:graphic>
          <a:graphicData uri="http://schemas.openxmlformats.org/drawingml/2006/table">
            <a:tbl>
              <a:tblPr/>
              <a:tblGrid>
                <a:gridCol w="278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1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4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42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1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20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2760"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AGV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和流水线重点备件管理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名称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本周损耗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单价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总价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安全库存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当前库存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本月损耗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报采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6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+mn-ea"/>
                        </a:rPr>
                        <a:t>三色灯</a:t>
                      </a:r>
                      <a:r>
                        <a:rPr lang="en-US" altLang="en-US" sz="12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+mn-ea"/>
                        </a:rPr>
                        <a:t>PCB</a:t>
                      </a:r>
                      <a:r>
                        <a:rPr lang="zh-CN" altLang="en-US" sz="12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+mn-ea"/>
                        </a:rPr>
                        <a:t>板 (</a:t>
                      </a:r>
                      <a:r>
                        <a:rPr lang="en-US" altLang="en-US" sz="120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  <a:sym typeface="+mn-ea"/>
                        </a:rPr>
                        <a:t>PCB Lamp)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2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120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2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360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altLang="zh-CN" sz="12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200" b="0" i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图表 6"/>
          <p:cNvGraphicFramePr/>
          <p:nvPr/>
        </p:nvGraphicFramePr>
        <p:xfrm>
          <a:off x="577215" y="4012565"/>
          <a:ext cx="4565650" cy="2738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5" name="表格 3"/>
          <p:cNvGraphicFramePr/>
          <p:nvPr>
            <p:custDataLst>
              <p:tags r:id="rId3"/>
            </p:custDataLst>
          </p:nvPr>
        </p:nvGraphicFramePr>
        <p:xfrm>
          <a:off x="5602605" y="4093210"/>
          <a:ext cx="5846445" cy="1924685"/>
        </p:xfrm>
        <a:graphic>
          <a:graphicData uri="http://schemas.openxmlformats.org/drawingml/2006/table">
            <a:tbl>
              <a:tblPr/>
              <a:tblGrid>
                <a:gridCol w="278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3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3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1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20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4350"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装配线及生产线关键备件管理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3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名称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本周损耗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单价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总价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安全库存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当前库存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本月损耗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报采</a:t>
                      </a: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970"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en-US" sz="12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en-US" sz="12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altLang="zh-CN" sz="12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altLang="zh-CN" sz="12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200" b="0" i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2C5B-8AB1-4DA3-99BC-3D3B894F118F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22" name="标题 3"/>
          <p:cNvSpPr txBox="1"/>
          <p:nvPr/>
        </p:nvSpPr>
        <p:spPr>
          <a:xfrm>
            <a:off x="576943" y="568325"/>
            <a:ext cx="6576332" cy="3905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sym typeface="Roboto Slab" pitchFamily="2" charset="0"/>
              </a:rPr>
              <a:t>十、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本周工作情况记录</a:t>
            </a:r>
          </a:p>
          <a:p>
            <a:endParaRPr lang="zh-CN" altLang="en-US" sz="2400" b="1" dirty="0">
              <a:latin typeface="黑体" panose="02010609060101010101" charset="-122"/>
              <a:ea typeface="黑体" panose="02010609060101010101" charset="-122"/>
              <a:sym typeface="Roboto Slab" pitchFamily="2" charset="0"/>
            </a:endParaRPr>
          </a:p>
          <a:p>
            <a:pPr>
              <a:buFontTx/>
            </a:pPr>
            <a:endParaRPr lang="zh-CN" altLang="en-US" sz="2400" b="1" dirty="0">
              <a:latin typeface="黑体" panose="02010609060101010101" charset="-122"/>
              <a:ea typeface="黑体" panose="02010609060101010101" charset="-122"/>
              <a:sym typeface="Roboto Slab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" y="1102360"/>
            <a:ext cx="11480165" cy="54235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2C5B-8AB1-4DA3-99BC-3D3B894F118F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726440" y="5422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本周工作情况记录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4420"/>
            <a:ext cx="12192000" cy="393128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2C5B-8AB1-4DA3-99BC-3D3B894F118F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22" name="标题 3"/>
          <p:cNvSpPr txBox="1"/>
          <p:nvPr/>
        </p:nvSpPr>
        <p:spPr>
          <a:xfrm>
            <a:off x="576943" y="568325"/>
            <a:ext cx="6576332" cy="3905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sym typeface="Roboto Slab" pitchFamily="2" charset="0"/>
              </a:rPr>
              <a:t>十二、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Calibri" panose="020F0502020204030204" pitchFamily="34" charset="0"/>
                <a:sym typeface="Roboto Slab" pitchFamily="2" charset="0"/>
              </a:rPr>
              <a:t>流水线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异常统计</a:t>
            </a:r>
          </a:p>
          <a:p>
            <a:endParaRPr lang="zh-CN" altLang="en-US" sz="2400" b="1" dirty="0">
              <a:latin typeface="黑体" panose="02010609060101010101" charset="-122"/>
              <a:ea typeface="黑体" panose="02010609060101010101" charset="-122"/>
              <a:sym typeface="Roboto Slab" pitchFamily="2" charset="0"/>
            </a:endParaRPr>
          </a:p>
          <a:p>
            <a:pPr>
              <a:buFontTx/>
            </a:pPr>
            <a:endParaRPr lang="zh-CN" altLang="en-US" sz="2400" b="1" dirty="0">
              <a:latin typeface="黑体" panose="02010609060101010101" charset="-122"/>
              <a:ea typeface="黑体" panose="02010609060101010101" charset="-122"/>
              <a:sym typeface="Roboto Slab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" y="1078865"/>
            <a:ext cx="11983085" cy="54476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2C5B-8AB1-4DA3-99BC-3D3B894F118F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31" name="标题 3"/>
          <p:cNvSpPr txBox="1"/>
          <p:nvPr/>
        </p:nvSpPr>
        <p:spPr>
          <a:xfrm>
            <a:off x="576943" y="568325"/>
            <a:ext cx="6576332" cy="3905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</a:pPr>
            <a:r>
              <a:rPr lang="zh-CN" altLang="en-US" sz="2400" b="1" dirty="0">
                <a:latin typeface="Roboto Slab" pitchFamily="2" charset="0"/>
                <a:ea typeface="黑体" panose="02010609060101010101" charset="-122"/>
                <a:sym typeface="Roboto Slab" pitchFamily="2" charset="0"/>
              </a:rPr>
              <a:t>十三、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Roboto Slab" pitchFamily="2" charset="0"/>
              </a:rPr>
              <a:t>技术员工作和培训总结</a:t>
            </a:r>
            <a:endParaRPr lang="zh-CN" altLang="en-US" sz="2400" b="1" dirty="0">
              <a:latin typeface="Roboto Slab" pitchFamily="2" charset="0"/>
              <a:ea typeface="黑体" panose="02010609060101010101" charset="-122"/>
              <a:sym typeface="Roboto Slab" pitchFamily="2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044950" y="928370"/>
            <a:ext cx="37585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人员培训和工作内容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-7735" y="1428199"/>
            <a:ext cx="12192000" cy="3657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5"/>
          <p:cNvCxnSpPr/>
          <p:nvPr/>
        </p:nvCxnSpPr>
        <p:spPr>
          <a:xfrm flipH="1">
            <a:off x="5746635" y="1453599"/>
            <a:ext cx="14605" cy="4971415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3"/>
          <p:cNvSpPr txBox="1"/>
          <p:nvPr/>
        </p:nvSpPr>
        <p:spPr>
          <a:xfrm>
            <a:off x="6228715" y="1543050"/>
            <a:ext cx="5529580" cy="196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黑体" panose="02010609060101010101" charset="-122"/>
                <a:ea typeface="黑体" panose="02010609060101010101" charset="-122"/>
                <a:sym typeface="+mn-ea"/>
              </a:rPr>
              <a:t> Roberto Nicolas Saputra (</a:t>
            </a:r>
            <a:r>
              <a:rPr lang="zh-CN" altLang="en-US" sz="1800" dirty="0" err="1">
                <a:latin typeface="黑体" panose="02010609060101010101" charset="-122"/>
                <a:ea typeface="黑体" panose="02010609060101010101" charset="-122"/>
                <a:sym typeface="+mn-ea"/>
              </a:rPr>
              <a:t>罗伯托</a:t>
            </a:r>
            <a:r>
              <a:rPr lang="en-US" altLang="zh-CN" sz="1800" dirty="0" err="1">
                <a:latin typeface="黑体" panose="02010609060101010101" charset="-122"/>
                <a:ea typeface="黑体" panose="02010609060101010101" charset="-122"/>
                <a:sym typeface="+mn-ea"/>
              </a:rPr>
              <a:t>)</a:t>
            </a:r>
            <a:endParaRPr lang="zh-CN" altLang="en-US" sz="1800" dirty="0" err="1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endParaRPr lang="zh-CN" altLang="en-US" sz="2000" dirty="0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本周培训内容：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夜班没有培训</a:t>
            </a:r>
          </a:p>
          <a:p>
            <a:pPr marL="0" indent="0">
              <a:buFont typeface="+mj-lt"/>
              <a:buNone/>
            </a:pP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本周工作内容：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问题检查和处理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生产线点检（</a:t>
            </a:r>
            <a:r>
              <a:rPr lang="en-US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Lines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</a:t>
            </a:r>
          </a:p>
        </p:txBody>
      </p:sp>
      <p:cxnSp>
        <p:nvCxnSpPr>
          <p:cNvPr id="15" name="直接连接符 15"/>
          <p:cNvCxnSpPr/>
          <p:nvPr/>
        </p:nvCxnSpPr>
        <p:spPr>
          <a:xfrm>
            <a:off x="251980" y="4095834"/>
            <a:ext cx="11506200" cy="0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190" y="1664970"/>
            <a:ext cx="1129030" cy="1477645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4" name="Text Box 3"/>
          <p:cNvSpPr txBox="1"/>
          <p:nvPr/>
        </p:nvSpPr>
        <p:spPr>
          <a:xfrm>
            <a:off x="160020" y="1536700"/>
            <a:ext cx="5525770" cy="2472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Aulia Rahman Harahap(</a:t>
            </a: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奥利亚</a:t>
            </a:r>
            <a:r>
              <a:rPr lang="en-US" alt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)</a:t>
            </a:r>
            <a:endParaRPr lang="zh-CN" altLang="en-US"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endParaRPr lang="zh-CN" altLang="en-US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本周培训内容：</a:t>
            </a: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气缸更换与对接</a:t>
            </a:r>
          </a:p>
          <a:p>
            <a:pPr marL="0" indent="0">
              <a:buFont typeface="+mj-lt"/>
              <a:buNone/>
            </a:pPr>
            <a:endParaRPr lang="zh-CN" altLang="en-US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本周工作内容：</a:t>
            </a: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 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问题检查和处理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 </a:t>
            </a:r>
            <a:r>
              <a:rPr lang="en-US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AGV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检查</a:t>
            </a: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3. 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机器对接检查</a:t>
            </a: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4. 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更换对接灯的</a:t>
            </a:r>
            <a:r>
              <a:rPr lang="en-US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PCB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板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0980" y="4259580"/>
            <a:ext cx="5525770" cy="2472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Jose Juliman Manalu (</a:t>
            </a: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何塞</a:t>
            </a:r>
            <a:r>
              <a:rPr lang="en-US" alt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)</a:t>
            </a:r>
            <a:endParaRPr lang="zh-CN" altLang="en-US"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endParaRPr lang="zh-CN" altLang="en-US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本周培训内容：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夜班没有培训</a:t>
            </a:r>
          </a:p>
          <a:p>
            <a:pPr marL="0" indent="0">
              <a:buFont typeface="+mj-lt"/>
              <a:buNone/>
            </a:pP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本周工作内容：</a:t>
            </a: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1. 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问题检查和处理</a:t>
            </a: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 </a:t>
            </a:r>
            <a:r>
              <a:rPr lang="en-US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AGV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检查</a:t>
            </a: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3. 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机器对接检查</a:t>
            </a: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4. 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更换对接灯的</a:t>
            </a:r>
            <a:r>
              <a:rPr lang="en-US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PCB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板</a:t>
            </a:r>
          </a:p>
          <a:p>
            <a:pPr marL="0" indent="0">
              <a:buFont typeface="+mj-lt"/>
              <a:buNone/>
            </a:pP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916295" y="4182745"/>
            <a:ext cx="5525770" cy="2472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Ruhut Eliezer Sinaga (</a:t>
            </a: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鲁胡特</a:t>
            </a:r>
            <a:r>
              <a:rPr lang="en-US" altLang="zh-CN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)</a:t>
            </a:r>
            <a:endParaRPr lang="zh-CN" altLang="en-US"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endParaRPr lang="zh-CN" altLang="en-US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本周培训内容：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 1.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输送机轴更换</a:t>
            </a:r>
          </a:p>
          <a:p>
            <a:pPr marL="0" indent="0">
              <a:buFont typeface="+mj-lt"/>
              <a:buNone/>
            </a:pP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 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本周工作内容：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  1.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问题检查和处理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  2.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生产线点检（</a:t>
            </a:r>
            <a:r>
              <a:rPr lang="en-US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Lines</a:t>
            </a: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</a:t>
            </a:r>
          </a:p>
          <a:p>
            <a:pPr marL="0" indent="0">
              <a:buFont typeface="+mj-lt"/>
              <a:buNone/>
            </a:pP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  </a:t>
            </a:r>
            <a:endParaRPr lang="zh-CN" altLang="en-US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endParaRPr lang="zh-CN" altLang="en-US"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4190" y="4328795"/>
            <a:ext cx="1129030" cy="151638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8290" y="4328795"/>
            <a:ext cx="1097280" cy="14992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2105" y="1643380"/>
            <a:ext cx="1120140" cy="14992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1" r="21022" b="24641"/>
          <a:stretch>
            <a:fillRect/>
          </a:stretch>
        </p:blipFill>
        <p:spPr>
          <a:xfrm>
            <a:off x="-1" y="0"/>
            <a:ext cx="12232641" cy="6858000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1854" y="2715492"/>
            <a:ext cx="12208933" cy="2189018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600" b="1" spc="-200" dirty="0">
                <a:solidFill>
                  <a:schemeClr val="bg1"/>
                </a:solidFill>
                <a:latin typeface="Roboto Slab" pitchFamily="2" charset="0"/>
                <a:ea typeface="黑体" panose="02010609060101010101" charset="-122"/>
                <a:cs typeface="Times New Roman" panose="02020603050405020304" pitchFamily="18" charset="0"/>
                <a:sym typeface="Roboto Slab" pitchFamily="2" charset="0"/>
              </a:rPr>
              <a:t>感 谢 观 看</a:t>
            </a:r>
            <a:r>
              <a:rPr lang="en-US" altLang="zh-CN" sz="6600" b="1" spc="-200" dirty="0">
                <a:solidFill>
                  <a:schemeClr val="bg1"/>
                </a:solidFill>
                <a:latin typeface="Roboto Slab" pitchFamily="2" charset="0"/>
                <a:ea typeface="黑体" panose="02010609060101010101" charset="-122"/>
                <a:cs typeface="Arial" panose="020B0604020202020204" pitchFamily="34" charset="0"/>
                <a:sym typeface="Roboto Slab" pitchFamily="2" charset="0"/>
              </a:rPr>
              <a:t>!</a:t>
            </a:r>
            <a:endParaRPr lang="en-US" altLang="zh-CN" sz="6600" spc="-200" dirty="0">
              <a:solidFill>
                <a:schemeClr val="bg1"/>
              </a:solidFill>
              <a:latin typeface="Roboto Slab" pitchFamily="2" charset="0"/>
              <a:ea typeface="黑体" panose="02010609060101010101" charset="-122"/>
              <a:cs typeface="Arial" panose="020B0604020202020204" pitchFamily="34" charset="0"/>
              <a:sym typeface="Roboto Slab" pitchFamily="2" charset="0"/>
            </a:endParaRPr>
          </a:p>
        </p:txBody>
      </p:sp>
      <p:pic>
        <p:nvPicPr>
          <p:cNvPr id="2" name="图片 1" descr="LOGO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497378" y="82550"/>
            <a:ext cx="2601595" cy="43878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VmYjgyNWE5NDZlN2RkN2ZhMjcwMzE0NTI2Y2JkM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16048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16048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16048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112163156"/>
  <p:tag name="MH_LIBRARY" val="GRAPHIC"/>
  <p:tag name="MH_TYPE" val="Other"/>
  <p:tag name="MH_ORDER" val="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112163156"/>
  <p:tag name="MH_LIBRARY" val="GRAPHIC"/>
  <p:tag name="MH_TYPE" val="Other"/>
  <p:tag name="MH_ORDER" val="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16048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16048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16048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6*164"/>
  <p:tag name="TABLE_ENDDRAG_RECT" val="34*319*886*16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16048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16048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60*292"/>
  <p:tag name="TABLE_ENDDRAG_RECT" val="454*117*460*29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60*158"/>
  <p:tag name="TABLE_ENDDRAG_RECT" val="441*322*460*15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16048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16048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16048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16048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0</TotalTime>
  <Words>834</Words>
  <Application>Microsoft Office PowerPoint</Application>
  <PresentationFormat>Widescreen</PresentationFormat>
  <Paragraphs>204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微软雅黑</vt:lpstr>
      <vt:lpstr>黑体</vt:lpstr>
      <vt:lpstr>宋体</vt:lpstr>
      <vt:lpstr>思源黑体 Medium</vt:lpstr>
      <vt:lpstr>Arial</vt:lpstr>
      <vt:lpstr>Calibri</vt:lpstr>
      <vt:lpstr>Calibri Light</vt:lpstr>
      <vt:lpstr>Roboto Slab</vt:lpstr>
      <vt:lpstr>Times New Roman</vt:lpstr>
      <vt:lpstr>Wingdings</vt:lpstr>
      <vt:lpstr>Office 主题</vt:lpstr>
      <vt:lpstr>1_Office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Administrator</cp:lastModifiedBy>
  <cp:revision>3571</cp:revision>
  <dcterms:created xsi:type="dcterms:W3CDTF">2016-03-24T11:56:00Z</dcterms:created>
  <dcterms:modified xsi:type="dcterms:W3CDTF">2026-08-17T11:44:48Z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6BA698EDDF104D2ABB5D2322035030AB_13</vt:lpwstr>
  </property>
</Properties>
</file>